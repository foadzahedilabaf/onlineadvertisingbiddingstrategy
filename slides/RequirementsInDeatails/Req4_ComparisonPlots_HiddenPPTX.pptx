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8" r:id="rId21"/>
    <p:sldId id="280" r:id="rId22"/>
    <p:sldId id="289" r:id="rId23"/>
    <p:sldId id="281" r:id="rId24"/>
    <p:sldId id="290" r:id="rId25"/>
    <p:sldId id="282" r:id="rId26"/>
    <p:sldId id="291" r:id="rId27"/>
    <p:sldId id="283" r:id="rId28"/>
    <p:sldId id="292" r:id="rId29"/>
    <p:sldId id="284" r:id="rId30"/>
    <p:sldId id="293" r:id="rId31"/>
    <p:sldId id="285" r:id="rId32"/>
    <p:sldId id="294" r:id="rId33"/>
    <p:sldId id="286" r:id="rId34"/>
    <p:sldId id="295" r:id="rId35"/>
    <p:sldId id="287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256" r:id="rId56"/>
    <p:sldId id="258" r:id="rId57"/>
    <p:sldId id="315" r:id="rId58"/>
    <p:sldId id="260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3475-0ECB-86B7-EF5B-949381E2E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3580C-B676-61EF-B538-E518AFC4B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310B6-F380-57E8-0CD8-0A19637B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459EF-2CA7-598C-C698-5093726C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8A4F9-794F-01C8-2470-5A6621D8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551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2547-97CA-0AB3-F2E2-B3821B2B0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13A7-7403-1F03-9064-E9A55EF31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4D1D1-AB77-F7C9-6E17-50DADC8B5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C3A80-CFAE-D164-1938-584BB8EA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23EEB-1E0D-7A1A-8214-DF49B739D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60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0F11F-8C25-8193-2DD6-59914FFA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3485C-F26A-5EA5-47B6-9F90EA79A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B2BEC-1CFD-6A01-4C88-93FE40FD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45F2C-2862-5624-A1E7-8816E4F9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BCFC7-D544-1332-0EC5-5FA7E928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93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9F807-3D7A-D245-88B5-0C11EC4B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01ABC-BC46-0C2D-5EA7-351F418C0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C5644-F233-3E26-B9EB-F5286D25E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A42C0-A7EC-6FFB-73C5-C4DFC45CE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D4292-EA3B-6240-2F9F-ACE4654C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9DC4D-3595-58AC-5594-2ACB7070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441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0C31E-F93F-4EB9-7A51-D95BEFA8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266BC-8BEE-90A8-2B05-2A23A4B9F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871BF-125D-1641-313B-3FE48A707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7391C-34DF-8180-622D-C43268284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2F30F0-BF27-D81E-11EA-10810DD7C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FFEBD-4E8E-68AB-6D10-49FB5B07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BC14A0-39C1-4E62-FE25-E50293A1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05BC7-691C-142E-7297-4D5409D3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58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A5E5-0295-DBE7-527F-D677DD40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72BEB-39A7-D0E6-EC37-B3DA2B79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25390-3975-D22B-E765-0705D8E3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B5C87-1497-899E-9473-6F4872634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52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AD468-ECC5-90B2-B197-CBE7CAB3B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CCC43-2A43-1480-691D-402F4EE2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8C3E4-D654-F763-C068-6B120EDB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39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9A9A-8C36-62B3-9BC2-6D6DB248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6135E-5A63-F555-263F-01F0EF793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114FA-9DB0-D0CC-8C7D-07C97DCA6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16F0B-5EE4-83F8-8890-60DA2CD6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799AE-0BF3-F104-9619-83788588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60E44-A6CE-A956-7D95-F032FCE71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99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7B34-094A-6B13-77E6-31374E287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F18DA-4CA1-8917-79D4-8B2AC6126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8C39B-2579-55D6-B9E4-015E652F2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8DF54-619F-1A61-BB7E-BF73763A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1C8F0-4727-8F73-83E6-DE8C40C4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57778-1BAD-7647-E759-2C9B38FC2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46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9DE0-5747-051F-3EA6-FB87AFD0C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8384B-3999-131B-35A7-436990875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BB61A-B8FA-413D-292F-937D447D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798F3-13D1-C3FB-594C-4C1A535D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F47FC-93AF-5D9B-1A8C-2717E764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69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567BAB-232E-74E8-62A5-690C09296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16C06-0D98-77D3-1206-5E51699C3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96579-78B2-B87F-E6B0-C4EDD46DE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32040-FB9A-CA5C-2210-4221085C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18C4-0DB1-55BE-C48E-1B837A87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694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3F3412-DBF4-AAFC-AF05-4203AA3A2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BCC77-0364-AEE3-84B5-A0D3B5F0B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33E76-6B42-90A3-5282-FC0DF3FF9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3B9C6-2551-4B26-BEC2-5C94FB613046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CCFB1-9CBA-0E32-A609-BAEE1A10E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7883C-5946-4281-B002-6123E185D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43E0B-3001-4109-80A2-9847F2F54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73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Low SKL — Fixed window — window=55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BFBC45-DAA6-5DFB-7177-3C0E2371A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428" y="1174897"/>
            <a:ext cx="4678425" cy="28070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3FB0059-9C2B-ABBE-8F3C-84C2DCB05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58" y="4335217"/>
            <a:ext cx="3926168" cy="23557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91C4F30-EF90-05A4-2DEB-C196755D9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921" y="4109863"/>
            <a:ext cx="4301759" cy="25810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D8987-A36B-602E-65F5-B69A1457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793E24-CEDF-EFD3-FE0A-AA78E05E659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F6ED0-982D-92D5-0AA3-307B5A61A8C9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0047E-2B37-4FF8-7A43-D0BAAFB81B8E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Medium SKL — Fixed window — window=55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BAB76A-D60F-8F02-8406-2CFDD5C20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619" y="1435742"/>
            <a:ext cx="4224940" cy="2534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FD0E65-9154-8606-8BE8-187933A04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4231552"/>
            <a:ext cx="3691613" cy="22149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5B4658-D1B5-63F9-590E-3B0087EA8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724" y="3992612"/>
            <a:ext cx="4332623" cy="259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7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DCB43-A917-8A1E-C810-6D985CB44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F685A7-E086-D188-8823-6B7A6F9815B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90CDC-04DA-BF04-13DA-7D19F1361BA5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9D2E4-6B9D-EC52-E337-CBD0AA3E2821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High SKL — Fixed window — window=55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2A487C-3656-263F-9D31-18E277D19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432" y="1239317"/>
            <a:ext cx="4423452" cy="26540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755D32-40A7-771E-0485-2973E2C74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206" y="4167995"/>
            <a:ext cx="3624054" cy="21744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F73DED-B691-CF24-CA61-B18BE57C4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478" y="4000642"/>
            <a:ext cx="4181896" cy="250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0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E797-873B-F82A-2817-4FF99287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AE87E-808B-1233-3832-3A9172B73DA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117941-3E73-837A-5A2A-6D00DFD6B6F9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DCBAA9-4326-9866-08CE-D7512FDDBE13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Low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SKL — Fixed window — window=55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5D8461-1B93-DE84-60DC-8E984B30E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3966028"/>
            <a:ext cx="4386245" cy="26317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651CED-B223-2937-1A44-88BF0E518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579" y="1306808"/>
            <a:ext cx="4386247" cy="26317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304482-07E7-07FF-6B52-914C37F8A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677" y="3941798"/>
            <a:ext cx="4722482" cy="283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01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18A69-8EDB-91E2-8F64-9ACF756E4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AADD5B-8C2F-2E5C-568D-91E3AEDE1F3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23AD1-DD16-3FBE-4A51-CAB61BB7F2B0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9A1C1-A33D-E89C-33D6-6C18A989DEF4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Medium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SKL — Fixed window — window=55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FCE64F-FFF2-8C99-06BC-2143DC9EC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675" y="3933186"/>
            <a:ext cx="4394205" cy="2636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746D05-EC1E-31A1-F5BC-4B3677B1B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517" y="1235780"/>
            <a:ext cx="4394205" cy="26365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7FDECA-BC92-D66F-7064-C57C3DAE49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1" y="4036965"/>
            <a:ext cx="4394205" cy="263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46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FE3A1-A43D-B01B-2038-405BB5C7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ECCB53-2D8B-CBEC-850E-2B5E4E2E4E2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D6E7D-B0CE-3E5B-07D3-E3A5C8609C26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A6B9C-88BA-871C-05D7-93ED1486AD57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High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SKL — Fixed window — window=55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CE498D-80F2-5D8F-60A4-3524A6E81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483" y="3991309"/>
            <a:ext cx="4452190" cy="26713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2C4B86-6B8A-6C2C-A29F-B46077E74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586" y="1247446"/>
            <a:ext cx="4452190" cy="26713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B02D5-1238-2436-B536-12CA6F89ED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3991310"/>
            <a:ext cx="4452190" cy="267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84F70-EB19-1E2F-CEB8-4F9376D3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797393-1F34-FA5B-1F72-E9C970C7A8B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B76447-1678-8EC1-0709-3E7CCDA72FA0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A0EAC-4CCA-FDAB-7140-A668CAA91975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Low SKL — Fixed window — window=55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884A6D-1B45-9DB4-66C3-E900198EE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710" y="3837601"/>
            <a:ext cx="4348197" cy="2608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6E122A-CC19-9B00-9385-034E6AD9B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833" y="1228682"/>
            <a:ext cx="4348197" cy="26089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4BA4DA-5547-29B8-9519-C84AFE003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68" y="3837601"/>
            <a:ext cx="4348197" cy="260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43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7612-EF45-4D50-BF22-C898934E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77514D9-62F4-F0BF-16C3-59E2D5F0671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AF2B5-4E1D-C0B9-2438-9986C4A9A275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0CAFE-0DBD-E166-8592-36A17B5DDC27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Medium SKL — Fixed window — window=55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DFCAE-C398-4897-B8C4-0D6FC147B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789" y="3875660"/>
            <a:ext cx="4191800" cy="2515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A96E64-81FA-DA73-49BA-F6946D945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949" y="1437867"/>
            <a:ext cx="4191800" cy="25150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557CA5-253A-11F0-F919-5F8E9F379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69" y="4089396"/>
            <a:ext cx="4191800" cy="251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92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5C24C-5958-3282-7006-8E6A8E60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118CC6-255A-E5B2-18FB-18C4D6ADD2F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1E17A-4470-63A4-65A5-CCA42A785D24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DD49B-6C1F-6513-5B27-6212316AC2FE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High SKL — Fixed window — window=55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4362E4-B725-9565-0A1A-50A402E34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788" y="3732050"/>
            <a:ext cx="4336367" cy="26018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949883-FA67-250E-6BFF-93DC064A9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135" y="1279560"/>
            <a:ext cx="4336367" cy="26018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F2D1A-3A9C-B6B6-20DE-0D0EE8B2B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46" y="3986043"/>
            <a:ext cx="4336367" cy="260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64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9F90-C78C-018E-B547-64F29521F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6893B3-3201-7B9A-AD5A-448484448C6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274B92-EDBC-186B-407D-9CD98652A175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5D519-4054-493A-30D0-2274C9959759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Low SKL — Theory window — window=219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64B72E-50BB-4B69-6748-9D33C91EC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010" y="3840679"/>
            <a:ext cx="4058405" cy="2435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E2D5B9-13BC-167B-3321-27F461EC4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803" y="1499799"/>
            <a:ext cx="4058405" cy="24350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2BADE2-E6C1-F075-4B18-DC080E565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87" y="4140679"/>
            <a:ext cx="4058405" cy="243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16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7593-8DF8-2884-8133-5F5EE27D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69294C-C84D-822A-21F9-F822D1FA2DB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79B82-00D5-8011-5D1F-2B99C36F3151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FBFCA-911B-7143-CA35-B85160333116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Medium SKL — Theory window — window=219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FA0D6-8035-9F26-15E5-E934EC3A4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986" y="3909690"/>
            <a:ext cx="3857122" cy="2314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2A3988-422D-9546-98B0-D9542A151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888" y="1385157"/>
            <a:ext cx="3857122" cy="23142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4D70BF-42F1-6B9B-5270-C65800E34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16" y="4132247"/>
            <a:ext cx="3857122" cy="231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45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22876-8BE3-60A1-F2F4-1D4AF4C1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CA8F80-A4AC-F613-5A2B-434081BDC3D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1F448-0B7D-4AF9-A770-16D844D77086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3D691-E20A-093B-843C-BC4D798E4194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High SKL — Theory window — window=219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10707-AD6E-2F96-3DFE-E63B52593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452" y="3779522"/>
            <a:ext cx="4342447" cy="26054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4CE318-9555-0EFB-664D-459D106DA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35" y="1281343"/>
            <a:ext cx="4342447" cy="26054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34D7BB-AB22-22EB-FA00-5DBA9964D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05" y="3993257"/>
            <a:ext cx="4342447" cy="260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006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42223-4A02-718D-D971-EAAB3DD7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ECEE46-0131-A988-763B-7F340191022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310698-0A69-9816-108F-2C5980382FCF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0798F-83E6-14E6-F672-84D309C368C0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Low SKL — Theory window — window=89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4E169B-164B-E8B3-37E0-D0F103DAB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264" y="3927611"/>
            <a:ext cx="4268160" cy="2560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AE1980-E9FC-9B1E-AB6E-E95E98E9B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109" y="1366715"/>
            <a:ext cx="4268160" cy="25608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CC4860-6F4B-8EED-6314-DBADDCF99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79" y="4198856"/>
            <a:ext cx="4268160" cy="256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92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0359-CB58-D519-FEDE-71A33BCF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6FE06-8D5E-1DED-A5EA-785586160AB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89D7CC-40F4-53D5-468D-96F64FCE8EA8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A183D7-1956-F0BE-6E2F-71D40BFEE9DE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Medium SKL — Theory window — window=89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C0BA7-29A8-DBB0-A212-396932896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399" y="4078903"/>
            <a:ext cx="3921223" cy="2352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A2E582-C121-7BCA-385A-497ECB5C6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147" y="1574416"/>
            <a:ext cx="3921223" cy="23527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D56204-21F0-F28A-828A-16E32DF6F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83" y="4228903"/>
            <a:ext cx="3921223" cy="235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83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8D54-DAFF-DE84-8CC4-B4E0C0FA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634699-A7D3-E5DF-5623-7F00D7A2014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3DE28-93F8-C4A4-1806-F6A57E527C3A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BA94D-3DAA-BFA6-58F5-337C24F51504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High SKL — Theory window — window=89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5547E6-186B-2D06-196B-677D2BFAC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042" y="4157620"/>
            <a:ext cx="3627083" cy="2176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AF3A68-EE3B-2CA0-820F-365D45134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838" y="1585244"/>
            <a:ext cx="3627083" cy="2176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1495B7-3BBE-7ECA-27FF-DF1D3F9AA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676" y="4388609"/>
            <a:ext cx="3627083" cy="21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87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652C8-BAAE-A4B2-9B5B-CB421F8C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0AE9C4-B248-041F-840E-E33F458C6D1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7F6ED-9EB1-2E39-5C72-31EA01160823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8CCB1-11F6-988F-99F7-84E299DD3230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Low SKL — Theory window — window=27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ADDF1F-2976-D36E-ED51-ABA3E4165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450" y="4226943"/>
            <a:ext cx="4067468" cy="24404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8A25E0-FB28-3BA2-5C23-94C8FF2E4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312" y="1432150"/>
            <a:ext cx="4136514" cy="24819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EE6C2A-A1C4-BFB2-346E-94EA4C10D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95" y="4083644"/>
            <a:ext cx="4067468" cy="244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7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11AC-8D02-3181-6AF4-7ACFF066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3CC58C-93A0-CD59-D3CC-E6811B4D7BD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60AAE-1FC8-6566-3267-90DC1B64F878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61E53-460B-6CBD-C4EF-05B416A850E4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Medium SKL — Theory window — window=27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0D046D-A491-1BBD-3216-04453C4D3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235" y="3683260"/>
            <a:ext cx="4417684" cy="26506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3DDE7E-D2B6-A90C-B4CA-1C0C28B3D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518" y="1265275"/>
            <a:ext cx="4417684" cy="2650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E04463-1B71-CCCC-A2FF-08EC6AF33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71" y="4006263"/>
            <a:ext cx="4417684" cy="265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9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1D1B6-156F-4C90-3774-A353E3384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CDE8398-F1D3-4F49-84F9-02F92063A10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88572-0680-868A-778B-BB1C8089F9F0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SLIDING-WINDOW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C0D67-AFBF-2CC1-E6C4-0DC0B69597A1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High SKL — Theory window — window=27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04B507-0F04-989E-1698-4646093C5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115" y="4041962"/>
            <a:ext cx="3905047" cy="2343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F792F2-DE8F-E52B-20AB-20B86EA33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942" y="1661799"/>
            <a:ext cx="3905047" cy="23430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59A2E2-51E3-CA59-117F-918AD639A2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987" y="4336211"/>
            <a:ext cx="3905047" cy="234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68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8CC9B-8BEF-D447-33C4-547EEC4BC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91E5B80-CB2C-5A8D-8EC3-2DD892D1A28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D9034-3121-8237-AF71-71939D547E38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5DF96-E4E3-BB69-293D-864A4FE306F1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Low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99E77A-AB3D-A557-B2BD-7AD6DEF8A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863" y="4183482"/>
            <a:ext cx="3916217" cy="2349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E92123-0563-8589-13BB-2F20B0DB8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076" y="1401116"/>
            <a:ext cx="3916217" cy="2349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F216D9-108C-E558-614E-98E964CDF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014" y="4096790"/>
            <a:ext cx="3916217" cy="234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42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90EA2-BAD7-D0A0-D2E4-8BCA57A70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FBAAF5-3D5F-9111-255F-5DDF41403D7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7C3AD-BB6D-62B8-7DF2-076EB9A77FC8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3A6EF-C1E3-A9A0-A896-1E94177E2D74}"/>
              </a:ext>
            </a:extLst>
          </p:cNvPr>
          <p:cNvSpPr txBox="1"/>
          <p:nvPr/>
        </p:nvSpPr>
        <p:spPr>
          <a:xfrm>
            <a:off x="640080" y="718983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Low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B8FEEF-AA4D-A10C-4C75-5958A06F7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30" y="2796300"/>
            <a:ext cx="3916217" cy="23497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E954D5-861C-32A5-4AC8-5C89586E6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487" y="2796300"/>
            <a:ext cx="3916217" cy="234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38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F128-DB41-7E16-4D65-460A459F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644B43-5BC9-70AF-B422-217E04D183B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F87AC-7804-BCD6-2F7F-D0E905B029A2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CCB41-1936-883D-D7BE-BE2AF82F34C6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Medium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B77C4C-A6CF-534A-387C-C9052936F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626" y="3809243"/>
            <a:ext cx="3895462" cy="2337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F63DA2-0D4A-4DE5-D0B0-1842A47EC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513" y="1441801"/>
            <a:ext cx="3895462" cy="2337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A37140-5314-6CF0-56E3-32D202E18A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13" y="4045983"/>
            <a:ext cx="3895462" cy="233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66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B5F08-5E4C-F418-35CC-B0A2E917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34C714-C7D4-1A4F-85E1-565A713B992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C367EF-146D-39D5-84F4-73A45E81D5BC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C0054-EB25-1641-9239-54975D814A68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Medium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4E78B5-1297-F28E-FF3A-649344C54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627" y="2219388"/>
            <a:ext cx="4920253" cy="29521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45F0D9-CAD3-07D7-1098-82A316019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0" y="2219388"/>
            <a:ext cx="4920253" cy="295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81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9C03-C978-3B9D-80C3-95CA2A57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AB4D19B-9821-C0D3-F286-94CB4BD0671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EEC85-3DE3-447B-4A4E-14B33151D663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3A04F-0CF2-0A7D-6D89-DDD37FC6EC3D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High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84ACB-B193-38E9-7E62-33A39D371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553" y="3742913"/>
            <a:ext cx="3905047" cy="2343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38751E-2F38-6F1C-A511-D1161BF9CC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949" y="1356747"/>
            <a:ext cx="3905047" cy="23430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213138-8550-3AED-B1FA-91BCA2A361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93" y="3991155"/>
            <a:ext cx="3905047" cy="234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2DBA-78C6-EA47-8FF8-8D5F56CA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C9F53E-C564-1678-7894-0E093E2FD17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10E35-BE80-0EA5-74F3-D523C51D4E02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A746B-EC8D-E276-DD9C-4C360F096137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High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0A4C02-A643-1699-6079-154F88F09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826" y="2415399"/>
            <a:ext cx="5187835" cy="31127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A22156-1067-3084-E0B9-61F50E458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79" y="2415399"/>
            <a:ext cx="5187835" cy="31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65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B3DD-B1CF-4508-1CB5-CBA3AE26B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18D9F4-C776-E65E-A25C-FA771748512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B8C24-0A1E-51EC-7E75-D3376002D856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D9C99-A00B-E02C-E8D0-270A704F12BA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Low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1709C-2EEB-BB62-1C0C-755920518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628" y="3772307"/>
            <a:ext cx="4269272" cy="2561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D9B2C4-98BB-6889-4941-DE8A4EBE1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3190" y="1316941"/>
            <a:ext cx="4269272" cy="2561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C95055-1A01-A415-1AB7-B8C47103F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783" y="4020549"/>
            <a:ext cx="4269272" cy="256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9065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EE73-BB1B-6711-A933-976AFC97B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2D1B7C-4B63-8EC8-1FAF-CF4524CD913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34E94-013C-79C8-1C0F-6957BA40D22D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7E398-9513-38E7-8D3E-C75E9E36B4AC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Low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DD130-F87C-C99E-7758-0E589DAE1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350" y="2572974"/>
            <a:ext cx="4848530" cy="29091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2D0037-6CFD-94C0-45BD-BFBF3ADFA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90" y="2572974"/>
            <a:ext cx="4848530" cy="290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45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A0D2-72B2-AA18-4E17-7670A6AD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557DFA-830B-DF5E-011F-11306899EBB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838F4A-43D3-3552-C50B-29B4F0932EDF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64B19-35E2-7AF4-7055-2A7B39CE2E9C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Mediu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m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03A7ED-DEF9-CAEB-C8EC-5FDF99EBA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66" y="3972951"/>
            <a:ext cx="3809197" cy="22855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496D66-CE4C-E844-8E8B-DD97C70EF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653" y="1381793"/>
            <a:ext cx="3809197" cy="22855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0EB99F-E364-CDE7-A61A-4FBA17B46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13" y="4122951"/>
            <a:ext cx="3809197" cy="228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333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CEAB4-9A21-D453-E1E8-4F0E831B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21C2DB-CD49-4C05-CE97-1B3843C1FCC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3F7DF1-71F4-6F0F-6D1C-046F78E24243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5891-00DE-65F6-DABC-50905CA9882B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Mediu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m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FD8338-0790-9171-EDA6-91AE33419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596" y="2562715"/>
            <a:ext cx="4646771" cy="2788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EE111F-1A35-9865-EBF9-3B83AE7C6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45" y="2562715"/>
            <a:ext cx="4646771" cy="278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0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BF5EC-E272-F6EE-F86B-7B3F06117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608996-A73B-E083-99EF-785453EBE23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CCD1B-DB25-B9E0-5670-30992C8C9E04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7E11D-1902-61D0-4722-85CD37C2F04E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High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6F5A7-5CC6-BBE1-BB42-06B99529A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5456" y="3898277"/>
            <a:ext cx="4192447" cy="2515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70AF8A-427B-E729-B5F8-57038E014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061" y="1382761"/>
            <a:ext cx="3852104" cy="23112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E473E5-E845-E067-54A1-DAABCC68A3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62" y="3807124"/>
            <a:ext cx="4729348" cy="283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52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25BF7-DD92-1277-0931-5FBB47A9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DCE442-D055-53C7-AA7A-68B3D5F0E27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FE921-B225-17F1-8042-A227012D3509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137F0-B6BD-02A5-7374-C426B20EA621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High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77799A-15A0-9D8A-0440-787E3E078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675" y="2329132"/>
            <a:ext cx="5197424" cy="31184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7D6A91-A964-6198-5B60-F4E9E019A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22" y="2329132"/>
            <a:ext cx="5494555" cy="329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52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1FDCE-594D-9EA8-2BA9-67838A12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C78306-5EB4-B892-8820-76958783EB4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2EC114-6325-F9D6-3219-967B86DF9EF5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C2BD8-2DA8-3F22-6690-8A8DE4473FEF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Low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CC93D5-1E06-FF7C-CB4D-84CD2FB9C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324" y="3903940"/>
            <a:ext cx="3951840" cy="2371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8254C5-4BA9-02BA-65F4-1383A058E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86" y="1414257"/>
            <a:ext cx="3951840" cy="23711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83CE65-DF1A-335D-6F82-55D89C0D7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03" y="4175185"/>
            <a:ext cx="3951840" cy="237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229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0C3F1-1540-4FC5-4620-49BAED234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B48515-4090-0B97-E1FE-0006FA2E384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03F37-4D16-7E02-24FD-9D3CD02B8A48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86DC5-1DCA-70E8-AA28-E8D20E24C39B}"/>
              </a:ext>
            </a:extLst>
          </p:cNvPr>
          <p:cNvSpPr txBox="1"/>
          <p:nvPr/>
        </p:nvSpPr>
        <p:spPr>
          <a:xfrm>
            <a:off x="640080" y="718983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Low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7BAFE1-885E-8565-F974-2F225ED42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54305"/>
            <a:ext cx="5642160" cy="33852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381CAF-7A53-AB36-F09E-9FD9845C3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90" y="2074267"/>
            <a:ext cx="5642160" cy="338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44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47CF-0658-289E-1E39-3BCEC87C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CE4EB7-843F-7982-31E0-8AAAC928B60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C81C5-9EEE-E949-47D6-B35BFBC62216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13E2E-4D9C-3CF4-1730-5A27987CD129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Medium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4E0A6C-0C1A-1B32-720C-8DCC17250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3441" y="3712525"/>
            <a:ext cx="4204900" cy="25229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BC001F-180E-7DFD-B4D0-C31A0A254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859" y="1257241"/>
            <a:ext cx="4204900" cy="25229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A67AF4-1C27-3004-9FAA-CBC96A236B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59" y="3862525"/>
            <a:ext cx="4204900" cy="252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62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9D67C-BB04-272F-CF84-A6FE1C2F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C0E5C4-FF70-5944-B4DB-36C4FD87A1E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EE387-935C-A6D6-E194-5EB5342A8F95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23A4B-84DA-FF6D-6B42-80622098E30E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Medium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B45127-4D8B-6718-3FA0-EDE978F87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828" y="2374819"/>
            <a:ext cx="4565612" cy="2739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BEA47E-9E1D-EA28-FA98-B1DD30103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41" y="2306283"/>
            <a:ext cx="4565612" cy="273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007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C608E-AAED-1BA3-489F-2C336C2E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897209-72B5-D9BB-0C25-45BBAD8B4AF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CAD7F8-1CD9-69A0-1C7B-133950754C6F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89AE2-C417-3C88-E5D5-769229FAF691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High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09A2E9-EE73-CB96-7651-B0E2D0AF2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722" y="3659719"/>
            <a:ext cx="4144668" cy="2486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FEC058-BDEF-E109-FC3C-B9BEA890B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496" y="1300903"/>
            <a:ext cx="4144668" cy="24868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5D4CF9-786E-3529-F0EB-54BA04D95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720" y="3913711"/>
            <a:ext cx="4144668" cy="248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48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78B2-BAB1-A8D5-9F0F-8BD675330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906E6A-3EE6-77BB-E6D4-2FF4A28BCE0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6666E-572C-C8AF-D5EF-758BD8B98FE3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CUSUM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42B6B-D141-301B-808B-DF42DD2029EC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High SKL — Global Reset — eps=0.1 — </a:t>
            </a:r>
            <a:r>
              <a:rPr lang="en-GB" sz="3000" b="1" i="0" dirty="0" err="1">
                <a:solidFill>
                  <a:srgbClr val="1B2A4A"/>
                </a:solidFill>
                <a:latin typeface="Calibri"/>
              </a:rPr>
              <a:t>ec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1017B-585F-34B1-796D-D9F8E4F38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933" y="2279353"/>
            <a:ext cx="5318728" cy="31912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5A5E8F-E1E1-23DA-2F1D-4FB7FC0F1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2279353"/>
            <a:ext cx="5318728" cy="319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452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0A1A8-B846-A5F8-FDAF-78EDBC702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D6A180-5E63-8381-7471-7BC6CC0C48B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E46D6-B694-A5B3-98A0-B77200502187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B7368-BE9A-539C-FE5D-E1F173D9E942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Low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59D3C5-350C-11C4-913A-FD9980380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110" y="3737801"/>
            <a:ext cx="4326782" cy="25960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EEF16C-C2CF-BBDA-DE93-534D92638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450" y="1273809"/>
            <a:ext cx="4326782" cy="25960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5FF5D0-0781-594B-B1FA-35B43851E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09" y="3968790"/>
            <a:ext cx="4326782" cy="259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244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E322-9EC8-0D79-F41B-6D36026D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9556FC-C506-FB3D-77E9-71BB68DEE02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C4A46-ADF8-C4E4-3FCD-6F2444E533FF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2B4676-18ED-7021-27A0-410D4AFA9C06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Low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074B84-EE0D-F13E-BD55-339A37BEB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592" y="2396995"/>
            <a:ext cx="5113073" cy="3067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CA06C4-58C6-8771-1C74-35A21A26B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07" y="2396995"/>
            <a:ext cx="5113073" cy="30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292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FCB81-51D3-81B3-767C-8DF86983D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C3E759-26B1-C4D1-8DBC-5E45340F194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9B194-DF35-518F-029E-946BE649C5D0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58EA02-840F-A2A3-75C5-973B905C8674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Medium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DCCF2-1E6A-D559-9069-AC8918148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69" y="3862050"/>
            <a:ext cx="4032371" cy="2419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039516-4FA4-6EC8-DC10-2875162AA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164" y="1308762"/>
            <a:ext cx="4032371" cy="24194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089B01-5FFC-87BE-4B7F-5CF9A4433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60" y="4027097"/>
            <a:ext cx="4032371" cy="2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0505-975D-8995-D508-75348E90B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35D015-A227-B23A-AA5A-3189069B30D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10DA6-64DC-D31D-784D-1E5DBD296EB0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52E939-44F1-3A66-14D8-2680E2A03AAA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Medium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0A78A-9052-A879-C27C-32FE8BC17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586" y="2249771"/>
            <a:ext cx="5291352" cy="3174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A75D74-0EE5-9BA4-E01C-249C01A65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22" y="2249771"/>
            <a:ext cx="5291352" cy="317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647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7B5A6-8684-F885-FFEF-DD5F8D58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3A1388-8EC2-13CA-7045-7026B4AF986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2224A5-790D-C590-9115-6716A19FF1BA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2A7C8-04D0-5247-07F8-7C9B394A6441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High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8E6651-2936-861A-2742-AA787DC49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642" y="3964027"/>
            <a:ext cx="4601238" cy="27607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33FEE5-7075-0487-0CE8-EB0B8D0F9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759" y="1159417"/>
            <a:ext cx="4601238" cy="27607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39BC22-230F-F66F-9C15-A1B054637C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3964027"/>
            <a:ext cx="4601238" cy="276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311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673B-F116-CC3E-2A96-6AB417416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E2C3CE-FC37-7193-C915-CDDF9E47F53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94AFD-0127-D5F1-D235-0EB0DAF7DF8E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BABC9-9411-01AB-5FB2-4C25390530B3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Low Frequency High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C07E2-6809-84C4-6D17-EEA350739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872" y="2393355"/>
            <a:ext cx="4822008" cy="28932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D056BB-D93F-799C-BB15-CDA3D326D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28" y="2393354"/>
            <a:ext cx="4822008" cy="289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4866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FF30-69B5-C386-1DB8-9A817CC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801186-C985-539C-E7C7-9EA84F3C146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6E918-6A09-2725-9649-5553C4DFBD5C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732C9-0247-B8C3-EE08-1547FF1F4E0D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Low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CD3EA-1DA0-6005-A545-8FCEF1AFA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220" y="3748664"/>
            <a:ext cx="4202178" cy="25213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E79D8E-8D14-80EA-E4CF-4723D5463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054" y="1289401"/>
            <a:ext cx="4202178" cy="2521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7FFE0D-0ABF-B01F-782F-8BBE4A76E1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59" y="3925213"/>
            <a:ext cx="4202178" cy="252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52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4B2C1-80D1-B14A-4AE7-AFC902C66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9E44C7-2115-2B0A-7EB6-7D02ACEBB6E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B2704-7EA1-9EEF-0779-3CFF527F6FC5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2D905-D963-9EF7-8045-AD6007B59298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Low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7EF07-DE24-D493-49D9-153BAD0E2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621" y="2388943"/>
            <a:ext cx="4963549" cy="2978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A940D4-4AEB-AFC3-BF1C-B4BCF247F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81" y="2343411"/>
            <a:ext cx="4963549" cy="297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214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74C0-096C-07C7-630F-38136A6A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52892B1-81F7-78FF-7BCA-68B246D4C2F7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BDAAC-8707-B2A7-3DBE-4493E2D1B93C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9A177-3A59-A450-B176-D23D9FF7B663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Medium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B660F-787E-FE92-67E4-DC294ABA3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401" y="3708408"/>
            <a:ext cx="4528063" cy="27168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2F5020-0C76-CE94-9E1D-6CB5135C1C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397" y="1230358"/>
            <a:ext cx="4528063" cy="2716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D4E704-1E77-CCD7-D7B9-9B136AE89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71" y="4002657"/>
            <a:ext cx="4528063" cy="271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36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45C-FA73-C449-18F0-CE925557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9274D8-52A9-88D4-414E-0F0B5F46867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B77F8-D5B3-1A56-8C15-953820CABC05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9A16A-EFD8-10D3-27E7-6303393E0895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Medium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38E8A1-59EF-A213-2A77-CC672D124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82" y="2338380"/>
            <a:ext cx="5300208" cy="3180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B02F89-9197-90A4-89EB-0BAB68B404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32" y="2293381"/>
            <a:ext cx="5450209" cy="327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23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2D6E6-E4AA-A803-BED4-04588776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EC374F-C38C-9E3F-70F9-7D57AF41E7C5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1B46A-ADA2-9651-B189-3A4C72DF8429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809CA-2AAD-1090-F794-F0F9AF222BC1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High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F54EF1-A864-FEEA-A1EF-B6A4637B6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552" y="3898189"/>
            <a:ext cx="4163838" cy="2498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87C119-6C5A-88CD-7C36-D52CCD607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355" y="1399886"/>
            <a:ext cx="4163838" cy="2498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9E10C6-6253-4A01-4D51-798273DDB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4094672"/>
            <a:ext cx="4163838" cy="249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116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54B31-BBE7-EADE-D64F-906AB58A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4A3DDA-3DE9-ADF2-0087-A4DC8284AEE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DE3E0-DF85-A89E-1DEC-D33E9C888C4D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BEFE3E-0347-D181-FD9A-048206D9738A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Medium Frequency High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609F7A-0918-4414-64FC-96865DA46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966" y="2345910"/>
            <a:ext cx="5111951" cy="3067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4C6A6D-113F-FD71-3D73-16ECE8A62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84" y="2300378"/>
            <a:ext cx="5111951" cy="306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817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F408D-9414-5229-4118-71B206650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220DCE-9C39-8F46-2E4C-6957F68CD3D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9E54D-F315-91D1-A929-F38CECABCD6A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EB48A-AE57-AD61-3658-4B95724BD431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dirty="0">
                <a:solidFill>
                  <a:srgbClr val="1B2A4A"/>
                </a:solidFill>
                <a:latin typeface="Calibri"/>
              </a:rPr>
              <a:t>High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 Frequency Low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EC1F73-3FE8-6A01-E23F-8182FC90A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996" y="3935662"/>
            <a:ext cx="4245156" cy="2547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5ED4E0-BEEF-FF95-6364-AF3980F04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840" y="1389048"/>
            <a:ext cx="4245156" cy="2547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C05F8E-FCB8-2626-49ED-190EB7AF2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4195405"/>
            <a:ext cx="4245156" cy="254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553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A0859-9748-1B1A-8821-050910EF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F45763-47F7-C265-78A7-038A58A54EF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1DFCE-2F53-91E9-34EB-C53C53A7DCE3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E4737-A598-66AD-CE7F-A30B1163648D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Low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1C0CC6-144A-1629-952D-1CB99663B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000" y="2351660"/>
            <a:ext cx="4996933" cy="2998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BA6FFF-8A0B-50E1-7B71-E85621940B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29" y="2351660"/>
            <a:ext cx="4996933" cy="29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162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5A921-CC27-9678-1AAC-A939CACB1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671CF0-563E-5CD4-422D-65E5C824F95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A6380-08C4-3773-C09E-68CBBA025609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5DA1E-759F-0B7C-F83E-87C87EDB7440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Medium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1D287A-A136-F15D-8463-C5A3ADD0E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404" y="3926943"/>
            <a:ext cx="4211763" cy="2527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9DDF7F-42B1-67EB-8299-85C5BE51F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166" y="1287391"/>
            <a:ext cx="4211763" cy="25270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2B6E6C-2C90-D693-3FB1-F249762B88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4140679"/>
            <a:ext cx="4211763" cy="252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480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58671-1E7D-CCA8-E0C2-2141239E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6B627B-C874-8FC6-FE82-14186BC031D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C30A55-C962-96F9-C393-0F9C34699086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1BD68-8FFE-432F-296A-E71E296B1B17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Medium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250BC-D4AB-D46F-3BB7-C52F2DE52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640" y="2269324"/>
            <a:ext cx="4952047" cy="29712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B336C8-0698-E8B0-A7EB-4C816DCD6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2" y="2114524"/>
            <a:ext cx="4952047" cy="297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5081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453A-FAE6-EBFB-9973-93B66DAC3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A7B68C-E2E2-5BE7-6383-4FA2367B8BF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28514-2FC9-4F24-F439-45D3DA1A9A54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0DFE7-5F51-BF0B-C4BF-B45CEE7969A3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High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AB30EE-D04D-78E3-9BCA-C6693CECA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785" y="4034579"/>
            <a:ext cx="3917352" cy="23504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EA11F7-9C61-FF57-6E48-2C481BC90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328" y="1524898"/>
            <a:ext cx="3917352" cy="23504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2B6B0B-D737-F252-DE39-69814C4A45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32" y="4225311"/>
            <a:ext cx="3917352" cy="235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7861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25679-3AE1-9687-19EE-F32DF601D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F40C5E-3107-119F-BD5F-7098F51C382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A1EC1-0F1A-2EB7-4455-F3601AF42C46}"/>
              </a:ext>
            </a:extLst>
          </p:cNvPr>
          <p:cNvSpPr txBox="1"/>
          <p:nvPr/>
        </p:nvSpPr>
        <p:spPr>
          <a:xfrm>
            <a:off x="640080" y="41148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000" b="1" i="0" dirty="0">
                <a:solidFill>
                  <a:srgbClr val="2E86AB"/>
                </a:solidFill>
                <a:latin typeface="Calibri"/>
              </a:rPr>
              <a:t>REQUIREMENT 4  ·  Change Detection Normal Discrepancy CUCB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4B87C-D68F-AB15-564B-35020A7B3F4B}"/>
              </a:ext>
            </a:extLst>
          </p:cNvPr>
          <p:cNvSpPr txBox="1"/>
          <p:nvPr/>
        </p:nvSpPr>
        <p:spPr>
          <a:xfrm>
            <a:off x="640080" y="713232"/>
            <a:ext cx="109728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High Frequency High SKL — 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window=50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—</a:t>
            </a:r>
            <a:r>
              <a:rPr lang="en-GB" sz="30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eps=0.1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7AAA06-DF36-64CA-B195-4563D50B2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872" y="2144062"/>
            <a:ext cx="4822008" cy="28932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95CAAD-1BB5-B98C-3505-343E4E1FF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84" y="2144061"/>
            <a:ext cx="4822008" cy="289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7435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>
                <a:solidFill>
                  <a:srgbClr val="2E86AB"/>
                </a:solidFill>
                <a:latin typeface="Calibri"/>
              </a:rPr>
              <a:t>ONLINE LEARNING APPLICATIONS  ·  REQUIREMENT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600" b="1" i="0">
                <a:solidFill>
                  <a:srgbClr val="1B2A4A"/>
                </a:solidFill>
                <a:latin typeface="Calibri"/>
              </a:rPr>
              <a:t>Gaussian Constellations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3794760"/>
            <a:ext cx="3108960" cy="50800"/>
          </a:xfrm>
          <a:prstGeom prst="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900" b="0" i="0">
                <a:solidFill>
                  <a:srgbClr val="333A42"/>
                </a:solidFill>
                <a:latin typeface="Calibri"/>
              </a:rPr>
              <a:t>Realizations of the per-interval competing-bid distributions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6B7480"/>
                </a:solidFill>
                <a:latin typeface="Consolas"/>
              </a:rPr>
              <a:t>ola/environments/non_stationary.py  ·  ola/utils/constellation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3E61-23FF-1349-35B8-8FB47EE0B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FEEBD5-A3D9-DAF2-B982-D6A66B6B5A3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301570-9BCE-32B3-F32D-83C430C6C809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7D167-456C-4579-E85D-C85B07A29533}"/>
              </a:ext>
            </a:extLst>
          </p:cNvPr>
          <p:cNvSpPr txBox="1"/>
          <p:nvPr/>
        </p:nvSpPr>
        <p:spPr>
          <a:xfrm>
            <a:off x="6035040" y="296325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dirty="0">
                <a:solidFill>
                  <a:srgbClr val="2E86AB"/>
                </a:solidFill>
                <a:latin typeface="Calibri"/>
              </a:rPr>
              <a:t>ONLINE LEARNING APPLICATIONS  ·  REQUIREMENT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C86D1-4A59-B10B-FC01-6C46B0EEC29D}"/>
              </a:ext>
            </a:extLst>
          </p:cNvPr>
          <p:cNvSpPr txBox="1"/>
          <p:nvPr/>
        </p:nvSpPr>
        <p:spPr>
          <a:xfrm>
            <a:off x="551516" y="200420"/>
            <a:ext cx="50901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Case 1: Low Frequency Low SKL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DEBD62-0A67-214B-289F-27819025237C}"/>
              </a:ext>
            </a:extLst>
          </p:cNvPr>
          <p:cNvSpPr txBox="1"/>
          <p:nvPr/>
        </p:nvSpPr>
        <p:spPr>
          <a:xfrm>
            <a:off x="10058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6B7480"/>
                </a:solidFill>
                <a:latin typeface="Consolas"/>
              </a:rPr>
              <a:t>ola/environments/non_stationary.py  ·  ola/utils/constellation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8BB08-CF4A-81AA-04E6-C7D2CB159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3281"/>
            <a:ext cx="12192000" cy="425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113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9B3C1-9D75-D824-C809-66D403A2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B50248-A536-C7F4-0B6C-400F55845DE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F02633-9642-46FD-D5DA-B2BB9DCC19A6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F153C-5EF6-52BB-4391-035EE02D55FA}"/>
              </a:ext>
            </a:extLst>
          </p:cNvPr>
          <p:cNvSpPr txBox="1"/>
          <p:nvPr/>
        </p:nvSpPr>
        <p:spPr>
          <a:xfrm>
            <a:off x="7675060" y="323530"/>
            <a:ext cx="803492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dirty="0">
                <a:solidFill>
                  <a:srgbClr val="2E86AB"/>
                </a:solidFill>
                <a:latin typeface="Calibri"/>
              </a:rPr>
              <a:t>ONLINE LEARNING APPLICATIONS  ·  REQUIREMENT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1B1CA-8493-422F-0388-EBBCD9403767}"/>
              </a:ext>
            </a:extLst>
          </p:cNvPr>
          <p:cNvSpPr txBox="1"/>
          <p:nvPr/>
        </p:nvSpPr>
        <p:spPr>
          <a:xfrm>
            <a:off x="551515" y="200420"/>
            <a:ext cx="712354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Case 2: Medium Frequency Medium SKL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3BFA6-8AE8-2348-404A-26501860A44B}"/>
              </a:ext>
            </a:extLst>
          </p:cNvPr>
          <p:cNvSpPr txBox="1"/>
          <p:nvPr/>
        </p:nvSpPr>
        <p:spPr>
          <a:xfrm>
            <a:off x="10058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6B7480"/>
                </a:solidFill>
                <a:latin typeface="Consolas"/>
              </a:rPr>
              <a:t>ola/environments/non_stationary.py  ·  ola/utils/constellation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88C2C6-A729-8A55-ACD3-B89ECC282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3281"/>
            <a:ext cx="12192000" cy="425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96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B11E5-41E6-1EE9-87AB-6EBE63C8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B5CC37-F8F5-2ECE-423B-906A655FBBF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2CB31-49C9-F7E8-312F-B339D0FA7EC0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740412-539A-069A-0C62-ED0E858890A4}"/>
              </a:ext>
            </a:extLst>
          </p:cNvPr>
          <p:cNvSpPr txBox="1"/>
          <p:nvPr/>
        </p:nvSpPr>
        <p:spPr>
          <a:xfrm>
            <a:off x="6035040" y="296325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 i="0" dirty="0">
                <a:solidFill>
                  <a:srgbClr val="2E86AB"/>
                </a:solidFill>
                <a:latin typeface="Calibri"/>
              </a:rPr>
              <a:t>ONLINE LEARNING APPLICATIONS  ·  REQUIREMENT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F5F78-90E4-6BCB-76ED-5CF45BF228A8}"/>
              </a:ext>
            </a:extLst>
          </p:cNvPr>
          <p:cNvSpPr txBox="1"/>
          <p:nvPr/>
        </p:nvSpPr>
        <p:spPr>
          <a:xfrm>
            <a:off x="551515" y="200420"/>
            <a:ext cx="543632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3000" b="1" i="0" dirty="0">
                <a:solidFill>
                  <a:srgbClr val="1B2A4A"/>
                </a:solidFill>
                <a:latin typeface="Calibri"/>
              </a:rPr>
              <a:t>Case 3: High Frequency High SKL</a:t>
            </a:r>
            <a:endParaRPr sz="30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C5255B-CD0D-E1AE-17F3-67C095BF2D71}"/>
              </a:ext>
            </a:extLst>
          </p:cNvPr>
          <p:cNvSpPr txBox="1"/>
          <p:nvPr/>
        </p:nvSpPr>
        <p:spPr>
          <a:xfrm>
            <a:off x="100584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6B7480"/>
                </a:solidFill>
                <a:latin typeface="Consolas"/>
              </a:rPr>
              <a:t>ola/environments/non_stationary.py  ·  ola/utils/constellation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5667B9-300C-195A-3CDC-71024F00A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3281"/>
            <a:ext cx="12192000" cy="425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34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1157</Words>
  <Application>Microsoft Office PowerPoint</Application>
  <PresentationFormat>Widescreen</PresentationFormat>
  <Paragraphs>121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Sartori</dc:creator>
  <cp:lastModifiedBy>Alessandro Sartori</cp:lastModifiedBy>
  <cp:revision>2</cp:revision>
  <dcterms:created xsi:type="dcterms:W3CDTF">2026-07-08T21:05:15Z</dcterms:created>
  <dcterms:modified xsi:type="dcterms:W3CDTF">2026-07-09T12:33:33Z</dcterms:modified>
</cp:coreProperties>
</file>
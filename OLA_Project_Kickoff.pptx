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7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1B639-1803-4685-B448-6616DE07EE0C}" v="20" dt="2026-04-19T15:04:55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Mauro" userId="7288c1146a64123d" providerId="LiveId" clId="{D69BBF6E-8B38-4DA7-9014-4F911DB6F044}"/>
    <pc:docChg chg="undo custSel addSld delSld modSld">
      <pc:chgData name="Simone Mauro" userId="7288c1146a64123d" providerId="LiveId" clId="{D69BBF6E-8B38-4DA7-9014-4F911DB6F044}" dt="2026-04-22T08:42:33.522" v="1916" actId="47"/>
      <pc:docMkLst>
        <pc:docMk/>
      </pc:docMkLst>
      <pc:sldChg chg="modSp mod">
        <pc:chgData name="Simone Mauro" userId="7288c1146a64123d" providerId="LiveId" clId="{D69BBF6E-8B38-4DA7-9014-4F911DB6F044}" dt="2026-04-19T14:25:41.348" v="1215" actId="20577"/>
        <pc:sldMkLst>
          <pc:docMk/>
          <pc:sldMk cId="0" sldId="256"/>
        </pc:sldMkLst>
        <pc:spChg chg="mod">
          <ac:chgData name="Simone Mauro" userId="7288c1146a64123d" providerId="LiveId" clId="{D69BBF6E-8B38-4DA7-9014-4F911DB6F044}" dt="2026-04-19T14:25:41.348" v="1215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imone Mauro" userId="7288c1146a64123d" providerId="LiveId" clId="{D69BBF6E-8B38-4DA7-9014-4F911DB6F044}" dt="2026-04-19T16:33:49.272" v="1464"/>
        <pc:sldMkLst>
          <pc:docMk/>
          <pc:sldMk cId="0" sldId="258"/>
        </pc:sldMkLst>
        <pc:spChg chg="add mod">
          <ac:chgData name="Simone Mauro" userId="7288c1146a64123d" providerId="LiveId" clId="{D69BBF6E-8B38-4DA7-9014-4F911DB6F044}" dt="2026-04-19T16:33:49.192" v="1401"/>
          <ac:spMkLst>
            <pc:docMk/>
            <pc:sldMk cId="0" sldId="258"/>
            <ac:spMk id="25" creationId="{5C04203F-5141-4849-B4EE-2EEADD8A3CFB}"/>
          </ac:spMkLst>
        </pc:spChg>
        <pc:spChg chg="add mod">
          <ac:chgData name="Simone Mauro" userId="7288c1146a64123d" providerId="LiveId" clId="{D69BBF6E-8B38-4DA7-9014-4F911DB6F044}" dt="2026-04-19T16:33:49.198" v="1404"/>
          <ac:spMkLst>
            <pc:docMk/>
            <pc:sldMk cId="0" sldId="258"/>
            <ac:spMk id="26" creationId="{CCF97186-6E22-4F3E-B455-78E667DD761C}"/>
          </ac:spMkLst>
        </pc:spChg>
        <pc:spChg chg="add mod">
          <ac:chgData name="Simone Mauro" userId="7288c1146a64123d" providerId="LiveId" clId="{D69BBF6E-8B38-4DA7-9014-4F911DB6F044}" dt="2026-04-19T16:33:49.203" v="1407"/>
          <ac:spMkLst>
            <pc:docMk/>
            <pc:sldMk cId="0" sldId="258"/>
            <ac:spMk id="27" creationId="{A9B7C5AD-0133-468E-BCCD-B9710DFC3A03}"/>
          </ac:spMkLst>
        </pc:spChg>
        <pc:spChg chg="add mod">
          <ac:chgData name="Simone Mauro" userId="7288c1146a64123d" providerId="LiveId" clId="{D69BBF6E-8B38-4DA7-9014-4F911DB6F044}" dt="2026-04-19T16:33:49.206" v="1410"/>
          <ac:spMkLst>
            <pc:docMk/>
            <pc:sldMk cId="0" sldId="258"/>
            <ac:spMk id="28" creationId="{2ED26CF8-212A-4ED2-AE68-89EDA2E83CC9}"/>
          </ac:spMkLst>
        </pc:spChg>
        <pc:spChg chg="add mod">
          <ac:chgData name="Simone Mauro" userId="7288c1146a64123d" providerId="LiveId" clId="{D69BBF6E-8B38-4DA7-9014-4F911DB6F044}" dt="2026-04-19T16:33:49.208" v="1413"/>
          <ac:spMkLst>
            <pc:docMk/>
            <pc:sldMk cId="0" sldId="258"/>
            <ac:spMk id="29" creationId="{5518F123-5D28-4EE6-849F-30693F1E174B}"/>
          </ac:spMkLst>
        </pc:spChg>
        <pc:spChg chg="add mod">
          <ac:chgData name="Simone Mauro" userId="7288c1146a64123d" providerId="LiveId" clId="{D69BBF6E-8B38-4DA7-9014-4F911DB6F044}" dt="2026-04-19T16:33:49.211" v="1416"/>
          <ac:spMkLst>
            <pc:docMk/>
            <pc:sldMk cId="0" sldId="258"/>
            <ac:spMk id="30" creationId="{85D6728D-7E5E-45E8-961F-275A39EC0B5F}"/>
          </ac:spMkLst>
        </pc:spChg>
        <pc:spChg chg="add mod">
          <ac:chgData name="Simone Mauro" userId="7288c1146a64123d" providerId="LiveId" clId="{D69BBF6E-8B38-4DA7-9014-4F911DB6F044}" dt="2026-04-19T16:33:49.218" v="1422"/>
          <ac:spMkLst>
            <pc:docMk/>
            <pc:sldMk cId="0" sldId="258"/>
            <ac:spMk id="31" creationId="{4E7F1272-2121-4E41-BF54-06FE006230DC}"/>
          </ac:spMkLst>
        </pc:spChg>
        <pc:spChg chg="add mod">
          <ac:chgData name="Simone Mauro" userId="7288c1146a64123d" providerId="LiveId" clId="{D69BBF6E-8B38-4DA7-9014-4F911DB6F044}" dt="2026-04-19T16:33:49.221" v="1425"/>
          <ac:spMkLst>
            <pc:docMk/>
            <pc:sldMk cId="0" sldId="258"/>
            <ac:spMk id="32" creationId="{0D4868D1-369F-4870-BB90-57116DFBFDF3}"/>
          </ac:spMkLst>
        </pc:spChg>
        <pc:spChg chg="add mod">
          <ac:chgData name="Simone Mauro" userId="7288c1146a64123d" providerId="LiveId" clId="{D69BBF6E-8B38-4DA7-9014-4F911DB6F044}" dt="2026-04-19T13:26:31.315" v="229"/>
          <ac:spMkLst>
            <pc:docMk/>
            <pc:sldMk cId="0" sldId="258"/>
            <ac:spMk id="33" creationId="{57FAC091-C07F-44A4-B7A1-04FC5031DBD9}"/>
          </ac:spMkLst>
        </pc:spChg>
        <pc:spChg chg="add mod">
          <ac:chgData name="Simone Mauro" userId="7288c1146a64123d" providerId="LiveId" clId="{D69BBF6E-8B38-4DA7-9014-4F911DB6F044}" dt="2026-04-19T13:26:31.319" v="232"/>
          <ac:spMkLst>
            <pc:docMk/>
            <pc:sldMk cId="0" sldId="258"/>
            <ac:spMk id="34" creationId="{6EF863C6-E32D-4F74-8726-544BD6D61D58}"/>
          </ac:spMkLst>
        </pc:spChg>
        <pc:spChg chg="add mod">
          <ac:chgData name="Simone Mauro" userId="7288c1146a64123d" providerId="LiveId" clId="{D69BBF6E-8B38-4DA7-9014-4F911DB6F044}" dt="2026-04-19T13:26:31.321" v="235"/>
          <ac:spMkLst>
            <pc:docMk/>
            <pc:sldMk cId="0" sldId="258"/>
            <ac:spMk id="35" creationId="{F07B47AE-4048-45A2-83D0-E29A8C958AE3}"/>
          </ac:spMkLst>
        </pc:spChg>
        <pc:spChg chg="add mod">
          <ac:chgData name="Simone Mauro" userId="7288c1146a64123d" providerId="LiveId" clId="{D69BBF6E-8B38-4DA7-9014-4F911DB6F044}" dt="2026-04-19T13:26:31.324" v="238"/>
          <ac:spMkLst>
            <pc:docMk/>
            <pc:sldMk cId="0" sldId="258"/>
            <ac:spMk id="36" creationId="{35A99FBC-B502-4A9A-978E-C465A330AF19}"/>
          </ac:spMkLst>
        </pc:spChg>
        <pc:spChg chg="add mod">
          <ac:chgData name="Simone Mauro" userId="7288c1146a64123d" providerId="LiveId" clId="{D69BBF6E-8B38-4DA7-9014-4F911DB6F044}" dt="2026-04-19T13:26:31.327" v="241"/>
          <ac:spMkLst>
            <pc:docMk/>
            <pc:sldMk cId="0" sldId="258"/>
            <ac:spMk id="37" creationId="{D0FDC78E-504A-43F9-BA6F-1FE7D90688DE}"/>
          </ac:spMkLst>
        </pc:spChg>
        <pc:spChg chg="add mod">
          <ac:chgData name="Simone Mauro" userId="7288c1146a64123d" providerId="LiveId" clId="{D69BBF6E-8B38-4DA7-9014-4F911DB6F044}" dt="2026-04-19T13:26:31.329" v="244"/>
          <ac:spMkLst>
            <pc:docMk/>
            <pc:sldMk cId="0" sldId="258"/>
            <ac:spMk id="38" creationId="{BB380E8D-70E2-4445-9D9C-9F7FF64A251C}"/>
          </ac:spMkLst>
        </pc:spChg>
        <pc:spChg chg="add mod">
          <ac:chgData name="Simone Mauro" userId="7288c1146a64123d" providerId="LiveId" clId="{D69BBF6E-8B38-4DA7-9014-4F911DB6F044}" dt="2026-04-19T13:26:31.331" v="247"/>
          <ac:spMkLst>
            <pc:docMk/>
            <pc:sldMk cId="0" sldId="258"/>
            <ac:spMk id="39" creationId="{BC3AAD82-2466-4847-8AD7-7D80C6316337}"/>
          </ac:spMkLst>
        </pc:spChg>
        <pc:spChg chg="add mod">
          <ac:chgData name="Simone Mauro" userId="7288c1146a64123d" providerId="LiveId" clId="{D69BBF6E-8B38-4DA7-9014-4F911DB6F044}" dt="2026-04-19T13:26:31.333" v="250"/>
          <ac:spMkLst>
            <pc:docMk/>
            <pc:sldMk cId="0" sldId="258"/>
            <ac:spMk id="40" creationId="{41FFC39D-986F-450C-B46B-42E1547E026F}"/>
          </ac:spMkLst>
        </pc:spChg>
        <pc:spChg chg="add mod">
          <ac:chgData name="Simone Mauro" userId="7288c1146a64123d" providerId="LiveId" clId="{D69BBF6E-8B38-4DA7-9014-4F911DB6F044}" dt="2026-04-19T13:26:31.335" v="253"/>
          <ac:spMkLst>
            <pc:docMk/>
            <pc:sldMk cId="0" sldId="258"/>
            <ac:spMk id="41" creationId="{D6989A00-8737-4A57-A4B6-AAF853C1C27A}"/>
          </ac:spMkLst>
        </pc:spChg>
        <pc:spChg chg="add mod">
          <ac:chgData name="Simone Mauro" userId="7288c1146a64123d" providerId="LiveId" clId="{D69BBF6E-8B38-4DA7-9014-4F911DB6F044}" dt="2026-04-19T13:26:31.336" v="256"/>
          <ac:spMkLst>
            <pc:docMk/>
            <pc:sldMk cId="0" sldId="258"/>
            <ac:spMk id="42" creationId="{B4132083-E826-4FBA-921C-76480A76C323}"/>
          </ac:spMkLst>
        </pc:spChg>
        <pc:spChg chg="add mod">
          <ac:chgData name="Simone Mauro" userId="7288c1146a64123d" providerId="LiveId" clId="{D69BBF6E-8B38-4DA7-9014-4F911DB6F044}" dt="2026-04-19T13:26:31.337" v="259"/>
          <ac:spMkLst>
            <pc:docMk/>
            <pc:sldMk cId="0" sldId="258"/>
            <ac:spMk id="43" creationId="{AF1AFE7F-DB08-4E0E-8056-E3D9FA3938C1}"/>
          </ac:spMkLst>
        </pc:spChg>
        <pc:spChg chg="add mod">
          <ac:chgData name="Simone Mauro" userId="7288c1146a64123d" providerId="LiveId" clId="{D69BBF6E-8B38-4DA7-9014-4F911DB6F044}" dt="2026-04-19T13:26:31.338" v="262"/>
          <ac:spMkLst>
            <pc:docMk/>
            <pc:sldMk cId="0" sldId="258"/>
            <ac:spMk id="44" creationId="{8C538C6A-F48A-42A2-9FC4-FBBC9B217E38}"/>
          </ac:spMkLst>
        </pc:spChg>
        <pc:spChg chg="add mod">
          <ac:chgData name="Simone Mauro" userId="7288c1146a64123d" providerId="LiveId" clId="{D69BBF6E-8B38-4DA7-9014-4F911DB6F044}" dt="2026-04-19T13:26:31.339" v="265"/>
          <ac:spMkLst>
            <pc:docMk/>
            <pc:sldMk cId="0" sldId="258"/>
            <ac:spMk id="45" creationId="{FC0C1277-22D7-4CAB-9A32-939F40B0ABCF}"/>
          </ac:spMkLst>
        </pc:spChg>
        <pc:spChg chg="add mod">
          <ac:chgData name="Simone Mauro" userId="7288c1146a64123d" providerId="LiveId" clId="{D69BBF6E-8B38-4DA7-9014-4F911DB6F044}" dt="2026-04-19T13:26:31.341" v="268"/>
          <ac:spMkLst>
            <pc:docMk/>
            <pc:sldMk cId="0" sldId="258"/>
            <ac:spMk id="46" creationId="{E11F1ADE-85EF-4D4A-A300-CBC195534850}"/>
          </ac:spMkLst>
        </pc:spChg>
        <pc:spChg chg="add mod">
          <ac:chgData name="Simone Mauro" userId="7288c1146a64123d" providerId="LiveId" clId="{D69BBF6E-8B38-4DA7-9014-4F911DB6F044}" dt="2026-04-19T13:26:31.342" v="271"/>
          <ac:spMkLst>
            <pc:docMk/>
            <pc:sldMk cId="0" sldId="258"/>
            <ac:spMk id="47" creationId="{96616612-7401-4A01-A620-8BAA1CC7709E}"/>
          </ac:spMkLst>
        </pc:spChg>
        <pc:spChg chg="add mod">
          <ac:chgData name="Simone Mauro" userId="7288c1146a64123d" providerId="LiveId" clId="{D69BBF6E-8B38-4DA7-9014-4F911DB6F044}" dt="2026-04-19T13:26:31.343" v="274"/>
          <ac:spMkLst>
            <pc:docMk/>
            <pc:sldMk cId="0" sldId="258"/>
            <ac:spMk id="48" creationId="{66A7D8E8-84EE-4BFE-974D-7C9BE8847AC3}"/>
          </ac:spMkLst>
        </pc:spChg>
        <pc:spChg chg="add mod">
          <ac:chgData name="Simone Mauro" userId="7288c1146a64123d" providerId="LiveId" clId="{D69BBF6E-8B38-4DA7-9014-4F911DB6F044}" dt="2026-04-19T13:26:31.344" v="277"/>
          <ac:spMkLst>
            <pc:docMk/>
            <pc:sldMk cId="0" sldId="258"/>
            <ac:spMk id="49" creationId="{304A4FE7-1C42-498D-A74A-A2C30DC38C61}"/>
          </ac:spMkLst>
        </pc:spChg>
        <pc:spChg chg="add mod">
          <ac:chgData name="Simone Mauro" userId="7288c1146a64123d" providerId="LiveId" clId="{D69BBF6E-8B38-4DA7-9014-4F911DB6F044}" dt="2026-04-19T13:26:31.346" v="280"/>
          <ac:spMkLst>
            <pc:docMk/>
            <pc:sldMk cId="0" sldId="258"/>
            <ac:spMk id="50" creationId="{224C049F-7ED4-480A-8876-4BFDECA93A90}"/>
          </ac:spMkLst>
        </pc:spChg>
        <pc:spChg chg="add mod">
          <ac:chgData name="Simone Mauro" userId="7288c1146a64123d" providerId="LiveId" clId="{D69BBF6E-8B38-4DA7-9014-4F911DB6F044}" dt="2026-04-19T13:26:31.347" v="283"/>
          <ac:spMkLst>
            <pc:docMk/>
            <pc:sldMk cId="0" sldId="258"/>
            <ac:spMk id="51" creationId="{8D87E617-1C52-4348-9C6A-E12FB6254DCE}"/>
          </ac:spMkLst>
        </pc:spChg>
        <pc:spChg chg="add mod">
          <ac:chgData name="Simone Mauro" userId="7288c1146a64123d" providerId="LiveId" clId="{D69BBF6E-8B38-4DA7-9014-4F911DB6F044}" dt="2026-04-19T13:26:31.348" v="286"/>
          <ac:spMkLst>
            <pc:docMk/>
            <pc:sldMk cId="0" sldId="258"/>
            <ac:spMk id="52" creationId="{A140EEF7-BC49-4BDD-BFA6-631CD22E47A3}"/>
          </ac:spMkLst>
        </pc:spChg>
        <pc:spChg chg="add mod">
          <ac:chgData name="Simone Mauro" userId="7288c1146a64123d" providerId="LiveId" clId="{D69BBF6E-8B38-4DA7-9014-4F911DB6F044}" dt="2026-04-19T16:33:49.224" v="1428"/>
          <ac:spMkLst>
            <pc:docMk/>
            <pc:sldMk cId="0" sldId="258"/>
            <ac:spMk id="53" creationId="{50C1A840-3236-4184-9B79-B0101B489C93}"/>
          </ac:spMkLst>
        </pc:spChg>
        <pc:spChg chg="add mod">
          <ac:chgData name="Simone Mauro" userId="7288c1146a64123d" providerId="LiveId" clId="{D69BBF6E-8B38-4DA7-9014-4F911DB6F044}" dt="2026-04-19T16:33:49.226" v="1431"/>
          <ac:spMkLst>
            <pc:docMk/>
            <pc:sldMk cId="0" sldId="258"/>
            <ac:spMk id="54" creationId="{FECC4910-3A51-499E-AFEF-F3D302704346}"/>
          </ac:spMkLst>
        </pc:spChg>
        <pc:spChg chg="add mod">
          <ac:chgData name="Simone Mauro" userId="7288c1146a64123d" providerId="LiveId" clId="{D69BBF6E-8B38-4DA7-9014-4F911DB6F044}" dt="2026-04-19T16:33:49.230" v="1434"/>
          <ac:spMkLst>
            <pc:docMk/>
            <pc:sldMk cId="0" sldId="258"/>
            <ac:spMk id="55" creationId="{FE07FD15-B12A-4E12-9AAA-88AA3175AE67}"/>
          </ac:spMkLst>
        </pc:spChg>
        <pc:spChg chg="add mod">
          <ac:chgData name="Simone Mauro" userId="7288c1146a64123d" providerId="LiveId" clId="{D69BBF6E-8B38-4DA7-9014-4F911DB6F044}" dt="2026-04-19T16:33:49.235" v="1437"/>
          <ac:spMkLst>
            <pc:docMk/>
            <pc:sldMk cId="0" sldId="258"/>
            <ac:spMk id="56" creationId="{7152C16E-B3FD-4AD4-BC67-C491FC43E35C}"/>
          </ac:spMkLst>
        </pc:spChg>
        <pc:spChg chg="add mod">
          <ac:chgData name="Simone Mauro" userId="7288c1146a64123d" providerId="LiveId" clId="{D69BBF6E-8B38-4DA7-9014-4F911DB6F044}" dt="2026-04-19T16:33:49.243" v="1443"/>
          <ac:spMkLst>
            <pc:docMk/>
            <pc:sldMk cId="0" sldId="258"/>
            <ac:spMk id="57" creationId="{9823E6F1-0431-4D15-A5C9-281530DFFC16}"/>
          </ac:spMkLst>
        </pc:spChg>
        <pc:spChg chg="add mod">
          <ac:chgData name="Simone Mauro" userId="7288c1146a64123d" providerId="LiveId" clId="{D69BBF6E-8B38-4DA7-9014-4F911DB6F044}" dt="2026-04-19T16:33:49.246" v="1446"/>
          <ac:spMkLst>
            <pc:docMk/>
            <pc:sldMk cId="0" sldId="258"/>
            <ac:spMk id="58" creationId="{7E2DA0F6-FFB0-4A28-80F7-B8147560AEE0}"/>
          </ac:spMkLst>
        </pc:spChg>
        <pc:spChg chg="add mod">
          <ac:chgData name="Simone Mauro" userId="7288c1146a64123d" providerId="LiveId" clId="{D69BBF6E-8B38-4DA7-9014-4F911DB6F044}" dt="2026-04-19T16:33:49.249" v="1449"/>
          <ac:spMkLst>
            <pc:docMk/>
            <pc:sldMk cId="0" sldId="258"/>
            <ac:spMk id="59" creationId="{E750A868-8668-4D9F-99DD-FF6F7EC32378}"/>
          </ac:spMkLst>
        </pc:spChg>
        <pc:spChg chg="add mod">
          <ac:chgData name="Simone Mauro" userId="7288c1146a64123d" providerId="LiveId" clId="{D69BBF6E-8B38-4DA7-9014-4F911DB6F044}" dt="2026-04-19T16:33:49.252" v="1452"/>
          <ac:spMkLst>
            <pc:docMk/>
            <pc:sldMk cId="0" sldId="258"/>
            <ac:spMk id="60" creationId="{B2F47730-91C1-462A-8915-E1082EB047DD}"/>
          </ac:spMkLst>
        </pc:spChg>
        <pc:spChg chg="add mod">
          <ac:chgData name="Simone Mauro" userId="7288c1146a64123d" providerId="LiveId" clId="{D69BBF6E-8B38-4DA7-9014-4F911DB6F044}" dt="2026-04-19T16:33:49.256" v="1455"/>
          <ac:spMkLst>
            <pc:docMk/>
            <pc:sldMk cId="0" sldId="258"/>
            <ac:spMk id="61" creationId="{0538FB65-19FA-4825-8011-638E2BB58C21}"/>
          </ac:spMkLst>
        </pc:spChg>
        <pc:spChg chg="add mod">
          <ac:chgData name="Simone Mauro" userId="7288c1146a64123d" providerId="LiveId" clId="{D69BBF6E-8B38-4DA7-9014-4F911DB6F044}" dt="2026-04-19T16:33:49.261" v="1458"/>
          <ac:spMkLst>
            <pc:docMk/>
            <pc:sldMk cId="0" sldId="258"/>
            <ac:spMk id="62" creationId="{5596227F-CC02-4F47-B959-5E611512D620}"/>
          </ac:spMkLst>
        </pc:spChg>
        <pc:spChg chg="add mod">
          <ac:chgData name="Simone Mauro" userId="7288c1146a64123d" providerId="LiveId" clId="{D69BBF6E-8B38-4DA7-9014-4F911DB6F044}" dt="2026-04-19T16:33:49.272" v="1464"/>
          <ac:spMkLst>
            <pc:docMk/>
            <pc:sldMk cId="0" sldId="258"/>
            <ac:spMk id="63" creationId="{322AE179-5C11-42BE-952B-ACF1D6E708B6}"/>
          </ac:spMkLst>
        </pc:spChg>
      </pc:sldChg>
      <pc:sldChg chg="modSp mod">
        <pc:chgData name="Simone Mauro" userId="7288c1146a64123d" providerId="LiveId" clId="{D69BBF6E-8B38-4DA7-9014-4F911DB6F044}" dt="2026-04-19T17:01:58.008" v="1614" actId="20577"/>
        <pc:sldMkLst>
          <pc:docMk/>
          <pc:sldMk cId="0" sldId="259"/>
        </pc:sldMkLst>
        <pc:spChg chg="mod">
          <ac:chgData name="Simone Mauro" userId="7288c1146a64123d" providerId="LiveId" clId="{D69BBF6E-8B38-4DA7-9014-4F911DB6F044}" dt="2026-04-19T17:01:58.008" v="1614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Simone Mauro" userId="7288c1146a64123d" providerId="LiveId" clId="{D69BBF6E-8B38-4DA7-9014-4F911DB6F044}" dt="2026-04-19T13:13:41.189" v="199" actId="20577"/>
        <pc:sldMkLst>
          <pc:docMk/>
          <pc:sldMk cId="0" sldId="260"/>
        </pc:sldMkLst>
        <pc:spChg chg="mod">
          <ac:chgData name="Simone Mauro" userId="7288c1146a64123d" providerId="LiveId" clId="{D69BBF6E-8B38-4DA7-9014-4F911DB6F044}" dt="2026-04-19T13:13:41.189" v="199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4-19T12:56:46.984" v="5" actId="6549"/>
          <ac:spMkLst>
            <pc:docMk/>
            <pc:sldMk cId="0" sldId="260"/>
            <ac:spMk id="7" creationId="{00000000-0000-0000-0000-000000000000}"/>
          </ac:spMkLst>
        </pc:spChg>
        <pc:spChg chg="mod">
          <ac:chgData name="Simone Mauro" userId="7288c1146a64123d" providerId="LiveId" clId="{D69BBF6E-8B38-4DA7-9014-4F911DB6F044}" dt="2026-04-19T13:13:21.066" v="195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imone Mauro" userId="7288c1146a64123d" providerId="LiveId" clId="{D69BBF6E-8B38-4DA7-9014-4F911DB6F044}" dt="2026-04-19T12:57:00.315" v="9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Simone Mauro" userId="7288c1146a64123d" providerId="LiveId" clId="{D69BBF6E-8B38-4DA7-9014-4F911DB6F044}" dt="2026-04-19T13:11:59.607" v="142" actId="6549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imone Mauro" userId="7288c1146a64123d" providerId="LiveId" clId="{D69BBF6E-8B38-4DA7-9014-4F911DB6F044}" dt="2026-04-19T13:13:00.493" v="146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imone Mauro" userId="7288c1146a64123d" providerId="LiveId" clId="{D69BBF6E-8B38-4DA7-9014-4F911DB6F044}" dt="2026-04-19T13:13:07.132" v="163" actId="20577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Simone Mauro" userId="7288c1146a64123d" providerId="LiveId" clId="{D69BBF6E-8B38-4DA7-9014-4F911DB6F044}" dt="2026-04-19T14:24:18.144" v="1211" actId="20577"/>
        <pc:sldMkLst>
          <pc:docMk/>
          <pc:sldMk cId="0" sldId="263"/>
        </pc:sldMkLst>
        <pc:spChg chg="mod">
          <ac:chgData name="Simone Mauro" userId="7288c1146a64123d" providerId="LiveId" clId="{D69BBF6E-8B38-4DA7-9014-4F911DB6F044}" dt="2026-04-19T14:20:35.184" v="662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0:48.725" v="678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1:00.121" v="68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1:09.726" v="732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2:10.135" v="937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2:21.627" v="954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4:03.162" v="1148" actId="2057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4:18.144" v="1211" actId="2057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2:36.180" v="960" actId="2057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Simone Mauro" userId="7288c1146a64123d" providerId="LiveId" clId="{D69BBF6E-8B38-4DA7-9014-4F911DB6F044}" dt="2026-04-19T14:23:34.393" v="1109" actId="20577"/>
          <ac:spMkLst>
            <pc:docMk/>
            <pc:sldMk cId="0" sldId="263"/>
            <ac:spMk id="33" creationId="{00000000-0000-0000-0000-000000000000}"/>
          </ac:spMkLst>
        </pc:spChg>
      </pc:sldChg>
      <pc:sldChg chg="modSp mod">
        <pc:chgData name="Simone Mauro" userId="7288c1146a64123d" providerId="LiveId" clId="{D69BBF6E-8B38-4DA7-9014-4F911DB6F044}" dt="2026-04-19T17:14:02.825" v="1637" actId="20577"/>
        <pc:sldMkLst>
          <pc:docMk/>
          <pc:sldMk cId="0" sldId="264"/>
        </pc:sldMkLst>
        <pc:spChg chg="mod">
          <ac:chgData name="Simone Mauro" userId="7288c1146a64123d" providerId="LiveId" clId="{D69BBF6E-8B38-4DA7-9014-4F911DB6F044}" dt="2026-04-19T17:14:02.825" v="1637" actId="20577"/>
          <ac:spMkLst>
            <pc:docMk/>
            <pc:sldMk cId="0" sldId="264"/>
            <ac:spMk id="5" creationId="{00000000-0000-0000-0000-000000000000}"/>
          </ac:spMkLst>
        </pc:spChg>
      </pc:sldChg>
      <pc:sldChg chg="addSp delSp modSp add mod setBg">
        <pc:chgData name="Simone Mauro" userId="7288c1146a64123d" providerId="LiveId" clId="{D69BBF6E-8B38-4DA7-9014-4F911DB6F044}" dt="2026-04-19T16:55:34.800" v="1587" actId="20577"/>
        <pc:sldMkLst>
          <pc:docMk/>
          <pc:sldMk cId="3080136946" sldId="265"/>
        </pc:sldMkLst>
        <pc:spChg chg="mod">
          <ac:chgData name="Simone Mauro" userId="7288c1146a64123d" providerId="LiveId" clId="{D69BBF6E-8B38-4DA7-9014-4F911DB6F044}" dt="2026-04-19T14:13:42.394" v="619" actId="1076"/>
          <ac:spMkLst>
            <pc:docMk/>
            <pc:sldMk cId="3080136946" sldId="265"/>
            <ac:spMk id="16" creationId="{200677C2-6324-E306-7F37-E4787A829ACB}"/>
          </ac:spMkLst>
        </pc:spChg>
        <pc:spChg chg="mod">
          <ac:chgData name="Simone Mauro" userId="7288c1146a64123d" providerId="LiveId" clId="{D69BBF6E-8B38-4DA7-9014-4F911DB6F044}" dt="2026-04-19T14:14:43.604" v="636" actId="1035"/>
          <ac:spMkLst>
            <pc:docMk/>
            <pc:sldMk cId="3080136946" sldId="265"/>
            <ac:spMk id="18" creationId="{FB909824-C15C-C562-FD99-B46FD8FE08CB}"/>
          </ac:spMkLst>
        </pc:spChg>
        <pc:spChg chg="mod">
          <ac:chgData name="Simone Mauro" userId="7288c1146a64123d" providerId="LiveId" clId="{D69BBF6E-8B38-4DA7-9014-4F911DB6F044}" dt="2026-04-19T14:14:48.359" v="640" actId="1036"/>
          <ac:spMkLst>
            <pc:docMk/>
            <pc:sldMk cId="3080136946" sldId="265"/>
            <ac:spMk id="20" creationId="{AB271982-9247-1DFE-37C4-A8B4CB448C0C}"/>
          </ac:spMkLst>
        </pc:spChg>
        <pc:spChg chg="mod">
          <ac:chgData name="Simone Mauro" userId="7288c1146a64123d" providerId="LiveId" clId="{D69BBF6E-8B38-4DA7-9014-4F911DB6F044}" dt="2026-04-19T14:14:54.137" v="646" actId="1036"/>
          <ac:spMkLst>
            <pc:docMk/>
            <pc:sldMk cId="3080136946" sldId="265"/>
            <ac:spMk id="22" creationId="{A9356388-A8DB-824B-05EF-97BCD2AB9344}"/>
          </ac:spMkLst>
        </pc:spChg>
        <pc:spChg chg="mod">
          <ac:chgData name="Simone Mauro" userId="7288c1146a64123d" providerId="LiveId" clId="{D69BBF6E-8B38-4DA7-9014-4F911DB6F044}" dt="2026-04-19T14:13:56.452" v="623" actId="1076"/>
          <ac:spMkLst>
            <pc:docMk/>
            <pc:sldMk cId="3080136946" sldId="265"/>
            <ac:spMk id="24" creationId="{92B1C85C-59E5-1639-D360-0DEC1AC0BBF3}"/>
          </ac:spMkLst>
        </pc:spChg>
        <pc:spChg chg="mod">
          <ac:chgData name="Simone Mauro" userId="7288c1146a64123d" providerId="LiveId" clId="{D69BBF6E-8B38-4DA7-9014-4F911DB6F044}" dt="2026-04-19T14:14:02.057" v="624" actId="1076"/>
          <ac:spMkLst>
            <pc:docMk/>
            <pc:sldMk cId="3080136946" sldId="265"/>
            <ac:spMk id="26" creationId="{BF590A73-F8AD-95DF-A74A-93DA1D843C03}"/>
          </ac:spMkLst>
        </pc:spChg>
        <pc:spChg chg="mod">
          <ac:chgData name="Simone Mauro" userId="7288c1146a64123d" providerId="LiveId" clId="{D69BBF6E-8B38-4DA7-9014-4F911DB6F044}" dt="2026-04-19T14:14:04.731" v="625" actId="1076"/>
          <ac:spMkLst>
            <pc:docMk/>
            <pc:sldMk cId="3080136946" sldId="265"/>
            <ac:spMk id="28" creationId="{77D17D2E-D3A7-6490-0A38-53BA1A290C00}"/>
          </ac:spMkLst>
        </pc:spChg>
        <pc:spChg chg="mod">
          <ac:chgData name="Simone Mauro" userId="7288c1146a64123d" providerId="LiveId" clId="{D69BBF6E-8B38-4DA7-9014-4F911DB6F044}" dt="2026-04-19T14:14:12.127" v="626" actId="1076"/>
          <ac:spMkLst>
            <pc:docMk/>
            <pc:sldMk cId="3080136946" sldId="265"/>
            <ac:spMk id="30" creationId="{9907495F-E17C-9714-D1D7-4244242E5C11}"/>
          </ac:spMkLst>
        </pc:spChg>
        <pc:spChg chg="mod">
          <ac:chgData name="Simone Mauro" userId="7288c1146a64123d" providerId="LiveId" clId="{D69BBF6E-8B38-4DA7-9014-4F911DB6F044}" dt="2026-04-19T14:14:19.576" v="627" actId="1076"/>
          <ac:spMkLst>
            <pc:docMk/>
            <pc:sldMk cId="3080136946" sldId="265"/>
            <ac:spMk id="32" creationId="{B44B273C-80B0-9B0C-7C32-96CE9C36AAD5}"/>
          </ac:spMkLst>
        </pc:spChg>
        <pc:spChg chg="mod">
          <ac:chgData name="Simone Mauro" userId="7288c1146a64123d" providerId="LiveId" clId="{D69BBF6E-8B38-4DA7-9014-4F911DB6F044}" dt="2026-04-19T14:14:24.050" v="628" actId="1076"/>
          <ac:spMkLst>
            <pc:docMk/>
            <pc:sldMk cId="3080136946" sldId="265"/>
            <ac:spMk id="34" creationId="{AE589B09-DFCE-8F2E-9A1B-3B090DAD3307}"/>
          </ac:spMkLst>
        </pc:spChg>
        <pc:spChg chg="mod">
          <ac:chgData name="Simone Mauro" userId="7288c1146a64123d" providerId="LiveId" clId="{D69BBF6E-8B38-4DA7-9014-4F911DB6F044}" dt="2026-04-19T16:49:48.520" v="1534" actId="20577"/>
          <ac:spMkLst>
            <pc:docMk/>
            <pc:sldMk cId="3080136946" sldId="265"/>
            <ac:spMk id="35" creationId="{208A0602-A414-3ED1-0F2B-FC9B49FF8844}"/>
          </ac:spMkLst>
        </pc:spChg>
        <pc:spChg chg="mod">
          <ac:chgData name="Simone Mauro" userId="7288c1146a64123d" providerId="LiveId" clId="{D69BBF6E-8B38-4DA7-9014-4F911DB6F044}" dt="2026-04-19T16:40:24.351" v="1472" actId="20577"/>
          <ac:spMkLst>
            <pc:docMk/>
            <pc:sldMk cId="3080136946" sldId="265"/>
            <ac:spMk id="37" creationId="{A6D5BB5C-0F5B-EE25-0912-4C6763EB37F0}"/>
          </ac:spMkLst>
        </pc:spChg>
        <pc:spChg chg="mod">
          <ac:chgData name="Simone Mauro" userId="7288c1146a64123d" providerId="LiveId" clId="{D69BBF6E-8B38-4DA7-9014-4F911DB6F044}" dt="2026-04-19T16:55:30.481" v="1580" actId="20577"/>
          <ac:spMkLst>
            <pc:docMk/>
            <pc:sldMk cId="3080136946" sldId="265"/>
            <ac:spMk id="40" creationId="{E98D9EDA-2EAF-DD85-8E08-B49056B8CBA8}"/>
          </ac:spMkLst>
        </pc:spChg>
        <pc:spChg chg="mod">
          <ac:chgData name="Simone Mauro" userId="7288c1146a64123d" providerId="LiveId" clId="{D69BBF6E-8B38-4DA7-9014-4F911DB6F044}" dt="2026-04-19T16:47:30" v="1493" actId="20577"/>
          <ac:spMkLst>
            <pc:docMk/>
            <pc:sldMk cId="3080136946" sldId="265"/>
            <ac:spMk id="43" creationId="{621EF827-DE46-B7CC-9149-098E5DBF77D0}"/>
          </ac:spMkLst>
        </pc:spChg>
        <pc:spChg chg="mod">
          <ac:chgData name="Simone Mauro" userId="7288c1146a64123d" providerId="LiveId" clId="{D69BBF6E-8B38-4DA7-9014-4F911DB6F044}" dt="2026-04-19T16:55:34.800" v="1587" actId="20577"/>
          <ac:spMkLst>
            <pc:docMk/>
            <pc:sldMk cId="3080136946" sldId="265"/>
            <ac:spMk id="46" creationId="{DB63FE9E-38B5-BD14-287C-96982475CC20}"/>
          </ac:spMkLst>
        </pc:spChg>
      </pc:sldChg>
      <pc:sldChg chg="delSp modSp add mod">
        <pc:chgData name="Simone Mauro" userId="7288c1146a64123d" providerId="LiveId" clId="{D69BBF6E-8B38-4DA7-9014-4F911DB6F044}" dt="2026-04-19T16:55:22.037" v="1567" actId="20577"/>
        <pc:sldMkLst>
          <pc:docMk/>
          <pc:sldMk cId="3149888036" sldId="266"/>
        </pc:sldMkLst>
        <pc:spChg chg="mod">
          <ac:chgData name="Simone Mauro" userId="7288c1146a64123d" providerId="LiveId" clId="{D69BBF6E-8B38-4DA7-9014-4F911DB6F044}" dt="2026-04-19T16:49:30.461" v="1526" actId="20577"/>
          <ac:spMkLst>
            <pc:docMk/>
            <pc:sldMk cId="3149888036" sldId="266"/>
            <ac:spMk id="35" creationId="{F6295AF2-942A-1783-49C4-6943E85BDB73}"/>
          </ac:spMkLst>
        </pc:spChg>
        <pc:spChg chg="mod">
          <ac:chgData name="Simone Mauro" userId="7288c1146a64123d" providerId="LiveId" clId="{D69BBF6E-8B38-4DA7-9014-4F911DB6F044}" dt="2026-04-19T16:44:39.954" v="1482" actId="20577"/>
          <ac:spMkLst>
            <pc:docMk/>
            <pc:sldMk cId="3149888036" sldId="266"/>
            <ac:spMk id="37" creationId="{E73B7EEC-0CB9-D8AF-23D6-91D1BC186753}"/>
          </ac:spMkLst>
        </pc:spChg>
        <pc:spChg chg="mod">
          <ac:chgData name="Simone Mauro" userId="7288c1146a64123d" providerId="LiveId" clId="{D69BBF6E-8B38-4DA7-9014-4F911DB6F044}" dt="2026-04-19T16:55:22.037" v="1567" actId="20577"/>
          <ac:spMkLst>
            <pc:docMk/>
            <pc:sldMk cId="3149888036" sldId="266"/>
            <ac:spMk id="40" creationId="{2AAEAA25-376B-AEF2-9033-F84E48300DE3}"/>
          </ac:spMkLst>
        </pc:spChg>
        <pc:spChg chg="mod">
          <ac:chgData name="Simone Mauro" userId="7288c1146a64123d" providerId="LiveId" clId="{D69BBF6E-8B38-4DA7-9014-4F911DB6F044}" dt="2026-04-19T16:49:14.840" v="1518" actId="6549"/>
          <ac:spMkLst>
            <pc:docMk/>
            <pc:sldMk cId="3149888036" sldId="266"/>
            <ac:spMk id="43" creationId="{BA12123B-4CA0-8694-2A9C-902FF26C123E}"/>
          </ac:spMkLst>
        </pc:spChg>
        <pc:spChg chg="mod">
          <ac:chgData name="Simone Mauro" userId="7288c1146a64123d" providerId="LiveId" clId="{D69BBF6E-8B38-4DA7-9014-4F911DB6F044}" dt="2026-04-19T16:55:09.887" v="1558" actId="20577"/>
          <ac:spMkLst>
            <pc:docMk/>
            <pc:sldMk cId="3149888036" sldId="266"/>
            <ac:spMk id="46" creationId="{6650EEF2-34C2-526F-D0CB-F186777919BC}"/>
          </ac:spMkLst>
        </pc:spChg>
        <pc:spChg chg="mod">
          <ac:chgData name="Simone Mauro" userId="7288c1146a64123d" providerId="LiveId" clId="{D69BBF6E-8B38-4DA7-9014-4F911DB6F044}" dt="2026-04-19T14:15:49.482" v="654" actId="20577"/>
          <ac:spMkLst>
            <pc:docMk/>
            <pc:sldMk cId="3149888036" sldId="266"/>
            <ac:spMk id="90" creationId="{8A05F346-5CD5-3FFA-9C03-D471FCD4205F}"/>
          </ac:spMkLst>
        </pc:spChg>
        <pc:spChg chg="mod">
          <ac:chgData name="Simone Mauro" userId="7288c1146a64123d" providerId="LiveId" clId="{D69BBF6E-8B38-4DA7-9014-4F911DB6F044}" dt="2026-04-19T14:15:57.665" v="658" actId="20577"/>
          <ac:spMkLst>
            <pc:docMk/>
            <pc:sldMk cId="3149888036" sldId="266"/>
            <ac:spMk id="93" creationId="{E0D0A6C0-9075-3FED-0DD2-2FA285FDAD77}"/>
          </ac:spMkLst>
        </pc:spChg>
      </pc:sldChg>
      <pc:sldChg chg="add">
        <pc:chgData name="Simone Mauro" userId="7288c1146a64123d" providerId="LiveId" clId="{D69BBF6E-8B38-4DA7-9014-4F911DB6F044}" dt="2026-04-19T14:21:24.194" v="831"/>
        <pc:sldMkLst>
          <pc:docMk/>
          <pc:sldMk cId="2337934374" sldId="267"/>
        </pc:sldMkLst>
      </pc:sldChg>
      <pc:sldChg chg="addSp modSp new del mod">
        <pc:chgData name="Simone Mauro" userId="7288c1146a64123d" providerId="LiveId" clId="{D69BBF6E-8B38-4DA7-9014-4F911DB6F044}" dt="2026-04-22T08:42:33.522" v="1916" actId="47"/>
        <pc:sldMkLst>
          <pc:docMk/>
          <pc:sldMk cId="420338025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54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9C06-CD76-EC24-B5EE-4BCA9E0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9A5D0-D0B2-05C0-5001-07F85B7EA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23EBC-380E-3098-AFBF-C38530BD8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C954-B19B-A97A-C164-E1AA05F1D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35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96707-D07C-40E9-320E-6E9C5306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51156-3094-866C-0CF3-0D0C0CC54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EDCEB-7908-07EF-A8E0-B044A2198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41559-C611-1F4E-E38D-2460BBD3D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5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Project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Applications — kickoff &amp; plan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3200400" cy="0"/>
          </a:xfrm>
          <a:prstGeom prst="line">
            <a:avLst/>
          </a:prstGeom>
          <a:noFill/>
          <a:ln w="1905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5 · Submission 11 July · Target-ready 23 June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Polimi · M. Castiglioni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54864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920240" y="1737360"/>
            <a:ext cx="0" cy="548640"/>
          </a:xfrm>
          <a:prstGeom prst="line">
            <a:avLst/>
          </a:prstGeom>
          <a:noFill/>
          <a:ln w="1270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14884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48840" y="2084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920240" y="2606040"/>
            <a:ext cx="0" cy="548640"/>
          </a:xfrm>
          <a:prstGeom prst="line">
            <a:avLst/>
          </a:prstGeom>
          <a:noFill/>
          <a:ln w="1270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14884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2953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Colab, Python stack, repo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1920240" y="3474720"/>
            <a:ext cx="0" cy="548640"/>
          </a:xfrm>
          <a:prstGeom prst="line">
            <a:avLst/>
          </a:prstGeom>
          <a:noFill/>
          <a:ln w="1270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14884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48840" y="3822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1920240" y="4343400"/>
            <a:ext cx="0" cy="548640"/>
          </a:xfrm>
          <a:prstGeom prst="line">
            <a:avLst/>
          </a:prstGeom>
          <a:noFill/>
          <a:ln w="1270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1488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48840" y="4690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plan to 30 June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1920240" y="5212080"/>
            <a:ext cx="0" cy="548640"/>
          </a:xfrm>
          <a:prstGeom prst="line">
            <a:avLst/>
          </a:prstGeom>
          <a:noFill/>
          <a:ln w="1270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148840" y="5166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48840" y="5559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slides-as-we-go, interface freeze, syncs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on multiple advertising campaigns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online-learning algorithms that choose bids dynamically across N advertising campaigns, under a shared budget B, over T rounds. Each campaign is a first-price auction; winning a slot yields value vᵢ − bᵢ and costs bᵢ.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5349240" cy="1600200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91440" cy="1600200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campaign, stochastic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9502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Warm-up. UCB1, then UCB1 with budget constraint.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349240" cy="1600200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400800" y="3017520"/>
            <a:ext cx="91440" cy="1600200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6751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campaigns, stochastic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9502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Combinatorial-UCB with budget. Adds the conflict-graph constraint.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5349240" cy="1600200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91440" cy="1600200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9728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5303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Best-of-both-worlds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57790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with budget. Stochastic + adversarial. Full feedback.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846320"/>
            <a:ext cx="5349240" cy="1600200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400800" y="4846320"/>
            <a:ext cx="91440" cy="1600200"/>
          </a:xfrm>
          <a:prstGeom prst="rect">
            <a:avLst/>
          </a:prstGeom>
          <a:solidFill>
            <a:srgbClr val="C04876"/>
          </a:solidFill>
          <a:ln w="12700">
            <a:solidFill>
              <a:srgbClr val="C04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67512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4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5303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non-stationary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57790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sliding window · CUCB + change detector · compare with primal-dual.</a:t>
            </a:r>
            <a:endParaRPr lang="en-US" sz="1200" dirty="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57FAC091-C07F-44A4-B7A1-04FC5031DBD9}"/>
              </a:ext>
            </a:extLst>
          </p:cNvPr>
          <p:cNvSpPr/>
          <p:nvPr/>
        </p:nvSpPr>
        <p:spPr>
          <a:xfrm>
            <a:off x="1828800" y="32385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6EF863C6-E32D-4F74-8726-544BD6D61D58}"/>
              </a:ext>
            </a:extLst>
          </p:cNvPr>
          <p:cNvSpPr/>
          <p:nvPr/>
        </p:nvSpPr>
        <p:spPr>
          <a:xfrm>
            <a:off x="20320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F07B47AE-4048-45A2-83D0-E29A8C958AE3}"/>
              </a:ext>
            </a:extLst>
          </p:cNvPr>
          <p:cNvSpPr/>
          <p:nvPr/>
        </p:nvSpPr>
        <p:spPr>
          <a:xfrm>
            <a:off x="22352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35A99FBC-B502-4A9A-978E-C465A330AF19}"/>
              </a:ext>
            </a:extLst>
          </p:cNvPr>
          <p:cNvSpPr/>
          <p:nvPr/>
        </p:nvSpPr>
        <p:spPr>
          <a:xfrm>
            <a:off x="24384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D0FDC78E-504A-43F9-BA6F-1FE7D90688DE}"/>
              </a:ext>
            </a:extLst>
          </p:cNvPr>
          <p:cNvSpPr/>
          <p:nvPr/>
        </p:nvSpPr>
        <p:spPr>
          <a:xfrm>
            <a:off x="26416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BB380E8D-70E2-4445-9D9C-9F7FF64A251C}"/>
              </a:ext>
            </a:extLst>
          </p:cNvPr>
          <p:cNvSpPr/>
          <p:nvPr/>
        </p:nvSpPr>
        <p:spPr>
          <a:xfrm>
            <a:off x="7416800" y="32385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BC3AAD82-2466-4847-8AD7-7D80C6316337}"/>
              </a:ext>
            </a:extLst>
          </p:cNvPr>
          <p:cNvSpPr/>
          <p:nvPr/>
        </p:nvSpPr>
        <p:spPr>
          <a:xfrm>
            <a:off x="7620000" y="32385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41FFC39D-986F-450C-B46B-42E1547E026F}"/>
              </a:ext>
            </a:extLst>
          </p:cNvPr>
          <p:cNvSpPr/>
          <p:nvPr/>
        </p:nvSpPr>
        <p:spPr>
          <a:xfrm>
            <a:off x="78232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D6989A00-8737-4A57-A4B6-AAF853C1C27A}"/>
              </a:ext>
            </a:extLst>
          </p:cNvPr>
          <p:cNvSpPr/>
          <p:nvPr/>
        </p:nvSpPr>
        <p:spPr>
          <a:xfrm>
            <a:off x="80264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B4132083-E826-4FBA-921C-76480A76C323}"/>
              </a:ext>
            </a:extLst>
          </p:cNvPr>
          <p:cNvSpPr/>
          <p:nvPr/>
        </p:nvSpPr>
        <p:spPr>
          <a:xfrm>
            <a:off x="8229600" y="32385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AF1AFE7F-DB08-4E0E-8056-E3D9FA3938C1}"/>
              </a:ext>
            </a:extLst>
          </p:cNvPr>
          <p:cNvSpPr/>
          <p:nvPr/>
        </p:nvSpPr>
        <p:spPr>
          <a:xfrm>
            <a:off x="18288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8C538C6A-F48A-42A2-9FC4-FBBC9B217E38}"/>
              </a:ext>
            </a:extLst>
          </p:cNvPr>
          <p:cNvSpPr/>
          <p:nvPr/>
        </p:nvSpPr>
        <p:spPr>
          <a:xfrm>
            <a:off x="20320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FC0C1277-22D7-4CAB-9A32-939F40B0ABCF}"/>
              </a:ext>
            </a:extLst>
          </p:cNvPr>
          <p:cNvSpPr/>
          <p:nvPr/>
        </p:nvSpPr>
        <p:spPr>
          <a:xfrm>
            <a:off x="22352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E11F1ADE-85EF-4D4A-A300-CBC195534850}"/>
              </a:ext>
            </a:extLst>
          </p:cNvPr>
          <p:cNvSpPr/>
          <p:nvPr/>
        </p:nvSpPr>
        <p:spPr>
          <a:xfrm>
            <a:off x="2438400" y="50673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96616612-7401-4A01-A620-8BAA1CC7709E}"/>
              </a:ext>
            </a:extLst>
          </p:cNvPr>
          <p:cNvSpPr/>
          <p:nvPr/>
        </p:nvSpPr>
        <p:spPr>
          <a:xfrm>
            <a:off x="2641600" y="50673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66A7D8E8-84EE-4BFE-974D-7C9BE8847AC3}"/>
              </a:ext>
            </a:extLst>
          </p:cNvPr>
          <p:cNvSpPr/>
          <p:nvPr/>
        </p:nvSpPr>
        <p:spPr>
          <a:xfrm>
            <a:off x="74168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304A4FE7-1C42-498D-A74A-A2C30DC38C61}"/>
              </a:ext>
            </a:extLst>
          </p:cNvPr>
          <p:cNvSpPr/>
          <p:nvPr/>
        </p:nvSpPr>
        <p:spPr>
          <a:xfrm>
            <a:off x="76200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224C049F-7ED4-480A-8876-4BFDECA93A90}"/>
              </a:ext>
            </a:extLst>
          </p:cNvPr>
          <p:cNvSpPr/>
          <p:nvPr/>
        </p:nvSpPr>
        <p:spPr>
          <a:xfrm>
            <a:off x="78232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8D87E617-1C52-4348-9C6A-E12FB6254DCE}"/>
              </a:ext>
            </a:extLst>
          </p:cNvPr>
          <p:cNvSpPr/>
          <p:nvPr/>
        </p:nvSpPr>
        <p:spPr>
          <a:xfrm>
            <a:off x="80264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A140EEF7-BC49-4BDD-BFA6-631CD22E47A3}"/>
              </a:ext>
            </a:extLst>
          </p:cNvPr>
          <p:cNvSpPr/>
          <p:nvPr/>
        </p:nvSpPr>
        <p:spPr>
          <a:xfrm>
            <a:off x="8229600" y="50673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04203F-5141-4849-B4EE-2EEADD8A3CFB}"/>
              </a:ext>
            </a:extLst>
          </p:cNvPr>
          <p:cNvSpPr txBox="1"/>
          <p:nvPr/>
        </p:nvSpPr>
        <p:spPr>
          <a:xfrm>
            <a:off x="825500" y="6578600"/>
            <a:ext cx="952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000" b="1">
                <a:solidFill>
                  <a:srgbClr val="595959"/>
                </a:solidFill>
              </a:rPr>
              <a:t>Difficulty:</a:t>
            </a: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CCF97186-6E22-4F3E-B455-78E667DD761C}"/>
              </a:ext>
            </a:extLst>
          </p:cNvPr>
          <p:cNvSpPr/>
          <p:nvPr/>
        </p:nvSpPr>
        <p:spPr>
          <a:xfrm>
            <a:off x="18415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A9B7C5AD-0133-468E-BCCD-B9710DFC3A03}"/>
              </a:ext>
            </a:extLst>
          </p:cNvPr>
          <p:cNvSpPr/>
          <p:nvPr/>
        </p:nvSpPr>
        <p:spPr>
          <a:xfrm>
            <a:off x="20447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2ED26CF8-212A-4ED2-AE68-89EDA2E83CC9}"/>
              </a:ext>
            </a:extLst>
          </p:cNvPr>
          <p:cNvSpPr/>
          <p:nvPr/>
        </p:nvSpPr>
        <p:spPr>
          <a:xfrm>
            <a:off x="22479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5518F123-5D28-4EE6-849F-30693F1E174B}"/>
              </a:ext>
            </a:extLst>
          </p:cNvPr>
          <p:cNvSpPr/>
          <p:nvPr/>
        </p:nvSpPr>
        <p:spPr>
          <a:xfrm>
            <a:off x="24511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85D6728D-7E5E-45E8-961F-275A39EC0B5F}"/>
              </a:ext>
            </a:extLst>
          </p:cNvPr>
          <p:cNvSpPr/>
          <p:nvPr/>
        </p:nvSpPr>
        <p:spPr>
          <a:xfrm>
            <a:off x="26543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7F1272-2121-4E41-BF54-06FE006230DC}"/>
              </a:ext>
            </a:extLst>
          </p:cNvPr>
          <p:cNvSpPr txBox="1"/>
          <p:nvPr/>
        </p:nvSpPr>
        <p:spPr>
          <a:xfrm>
            <a:off x="2857500" y="65786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000">
                <a:solidFill>
                  <a:srgbClr val="595959"/>
                </a:solidFill>
              </a:rPr>
              <a:t> = Easy</a:t>
            </a:r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0D4868D1-369F-4870-BB90-57116DFBFDF3}"/>
              </a:ext>
            </a:extLst>
          </p:cNvPr>
          <p:cNvSpPr/>
          <p:nvPr/>
        </p:nvSpPr>
        <p:spPr>
          <a:xfrm>
            <a:off x="43180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50C1A840-3236-4184-9B79-B0101B489C93}"/>
              </a:ext>
            </a:extLst>
          </p:cNvPr>
          <p:cNvSpPr/>
          <p:nvPr/>
        </p:nvSpPr>
        <p:spPr>
          <a:xfrm>
            <a:off x="45212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ECC4910-3A51-499E-AFEF-F3D302704346}"/>
              </a:ext>
            </a:extLst>
          </p:cNvPr>
          <p:cNvSpPr/>
          <p:nvPr/>
        </p:nvSpPr>
        <p:spPr>
          <a:xfrm>
            <a:off x="47244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FE07FD15-B12A-4E12-9AAA-88AA3175AE67}"/>
              </a:ext>
            </a:extLst>
          </p:cNvPr>
          <p:cNvSpPr/>
          <p:nvPr/>
        </p:nvSpPr>
        <p:spPr>
          <a:xfrm>
            <a:off x="49276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7152C16E-B3FD-4AD4-BC67-C491FC43E35C}"/>
              </a:ext>
            </a:extLst>
          </p:cNvPr>
          <p:cNvSpPr/>
          <p:nvPr/>
        </p:nvSpPr>
        <p:spPr>
          <a:xfrm>
            <a:off x="5130800" y="6604000"/>
            <a:ext cx="165100" cy="165100"/>
          </a:xfrm>
          <a:prstGeom prst="star5">
            <a:avLst/>
          </a:prstGeom>
          <a:solidFill>
            <a:srgbClr val="D9D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23E6F1-0431-4D15-A5C9-281530DFFC16}"/>
              </a:ext>
            </a:extLst>
          </p:cNvPr>
          <p:cNvSpPr txBox="1"/>
          <p:nvPr/>
        </p:nvSpPr>
        <p:spPr>
          <a:xfrm>
            <a:off x="5334000" y="65786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000">
                <a:solidFill>
                  <a:srgbClr val="595959"/>
                </a:solidFill>
              </a:rPr>
              <a:t> = Medium</a:t>
            </a:r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7E2DA0F6-FFB0-4A28-80F7-B8147560AEE0}"/>
              </a:ext>
            </a:extLst>
          </p:cNvPr>
          <p:cNvSpPr/>
          <p:nvPr/>
        </p:nvSpPr>
        <p:spPr>
          <a:xfrm>
            <a:off x="70485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E750A868-8668-4D9F-99DD-FF6F7EC32378}"/>
              </a:ext>
            </a:extLst>
          </p:cNvPr>
          <p:cNvSpPr/>
          <p:nvPr/>
        </p:nvSpPr>
        <p:spPr>
          <a:xfrm>
            <a:off x="72517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B2F47730-91C1-462A-8915-E1082EB047DD}"/>
              </a:ext>
            </a:extLst>
          </p:cNvPr>
          <p:cNvSpPr/>
          <p:nvPr/>
        </p:nvSpPr>
        <p:spPr>
          <a:xfrm>
            <a:off x="74549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0538FB65-19FA-4825-8011-638E2BB58C21}"/>
              </a:ext>
            </a:extLst>
          </p:cNvPr>
          <p:cNvSpPr/>
          <p:nvPr/>
        </p:nvSpPr>
        <p:spPr>
          <a:xfrm>
            <a:off x="76581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5596227F-CC02-4F47-B959-5E611512D620}"/>
              </a:ext>
            </a:extLst>
          </p:cNvPr>
          <p:cNvSpPr/>
          <p:nvPr/>
        </p:nvSpPr>
        <p:spPr>
          <a:xfrm>
            <a:off x="7861300" y="6604000"/>
            <a:ext cx="165100" cy="165100"/>
          </a:xfrm>
          <a:prstGeom prst="star5">
            <a:avLst/>
          </a:prstGeom>
          <a:solidFill>
            <a:srgbClr val="F4B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2AE179-5C11-42BE-952B-ACF1D6E708B6}"/>
              </a:ext>
            </a:extLst>
          </p:cNvPr>
          <p:cNvSpPr txBox="1"/>
          <p:nvPr/>
        </p:nvSpPr>
        <p:spPr>
          <a:xfrm>
            <a:off x="8064500" y="65786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000">
                <a:solidFill>
                  <a:srgbClr val="595959"/>
                </a:solidFill>
              </a:rPr>
              <a:t> = Hard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TOOLS &amp;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303520" cy="4480560"/>
          </a:xfrm>
          <a:prstGeom prst="rect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887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notebook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3383280"/>
            <a:ext cx="109728" cy="109728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417320" y="32461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GPUs if we need them, zero setup on teammates' machines.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4114800"/>
            <a:ext cx="109728" cy="109728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417320" y="39776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show the prof during the presentation — runs in-browser.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4846320"/>
            <a:ext cx="109728" cy="109728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417320" y="47091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per requirement, imports a shared `ola/` package from the repo.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per requirement — linked from the main README.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Rolled-by-hand, not a bandit library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the algorithms ourselves — that's what the project is about. Libraries like SMPyBandits or MABWiser would hide the work we need to show.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42900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sampling, stats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93192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40080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3931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divergence, stats tests, optimization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43484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4434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plots — regret curves, detection delay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93776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0" y="4937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92440" y="4937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graph + independent-set enumeration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544068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400800" y="5440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CVXPY (opt)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5440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LP oracle if we go that route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5943600"/>
            <a:ext cx="15544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400800" y="5943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0" y="5943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CSVs, comparison tables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TEAM &amp;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88696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594360" cy="502920"/>
          </a:xfrm>
          <a:prstGeom prst="rect">
            <a:avLst/>
          </a:prstGeom>
          <a:solidFill>
            <a:srgbClr val="E85D4E"/>
          </a:solidFill>
          <a:ln w="1524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32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57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2194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+ weekly syncs + master deck · OLAM / LNSE literature study · </a:t>
            </a:r>
            <a:r>
              <a:rPr lang="en-US" sz="1100" dirty="0" err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</a:t>
            </a: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-constellation for non-stationary environment · Theory doc for Req 4 · help P4 throughout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52928"/>
            <a:ext cx="594360" cy="502920"/>
          </a:xfrm>
          <a:prstGeom prst="rect">
            <a:avLst/>
          </a:prstGeom>
          <a:solidFill>
            <a:srgbClr val="3B6FB8"/>
          </a:solidFill>
          <a:ln w="1524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05840" y="28529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364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5740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31272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CI, base Environment class · Req 1 (UCB1 + UCB1 with budget) ·  Req 4 final 3-way comparison · float support for P2/P3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02736"/>
            <a:ext cx="10515600" cy="88696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005840" y="3785616"/>
            <a:ext cx="594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7856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7400" y="3712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 · Combinatorial-UCB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57400" y="405993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Multi-campaign joint-distribution environment · Combinatorial-UCB with budget · Experiments + slides inline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718304"/>
            <a:ext cx="594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7183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57400" y="4645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 · Primal-dual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57400" y="49926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/ non-stochastic environment · Primal-dual with budget (best-of-both-worlds) · Experiments + slides inline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468112"/>
            <a:ext cx="10515600" cy="88696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05840" y="5650992"/>
            <a:ext cx="594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04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05840" y="56509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4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5740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 ·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057400" y="59253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sliding window · CUCB + change detector · Theory handed over by P5 · pair-working throughout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898B-8978-9920-C4A5-1B0123E8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D3FCA8-E963-21C0-0A95-842B34096CEF}"/>
              </a:ext>
            </a:extLst>
          </p:cNvPr>
          <p:cNvSpPr/>
          <p:nvPr/>
        </p:nvSpPr>
        <p:spPr>
          <a:xfrm>
            <a:off x="82296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TIMELINE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395FC8-AA77-0348-F326-7FE0CEA448FD}"/>
              </a:ext>
            </a:extLst>
          </p:cNvPr>
          <p:cNvSpPr/>
          <p:nvPr/>
        </p:nvSpPr>
        <p:spPr>
          <a:xfrm>
            <a:off x="82296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plan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E38B49-3C4A-53BA-B178-1362A51F0C68}"/>
              </a:ext>
            </a:extLst>
          </p:cNvPr>
          <p:cNvSpPr/>
          <p:nvPr/>
        </p:nvSpPr>
        <p:spPr>
          <a:xfrm>
            <a:off x="210312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27C5F3F-36DD-931F-45D0-B24F863D0C67}"/>
              </a:ext>
            </a:extLst>
          </p:cNvPr>
          <p:cNvSpPr/>
          <p:nvPr/>
        </p:nvSpPr>
        <p:spPr>
          <a:xfrm>
            <a:off x="2999232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DD797F-3A57-5813-D754-ED6447071952}"/>
              </a:ext>
            </a:extLst>
          </p:cNvPr>
          <p:cNvSpPr/>
          <p:nvPr/>
        </p:nvSpPr>
        <p:spPr>
          <a:xfrm>
            <a:off x="3895344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156C16-2042-7C8C-F8DB-A5BEF86CBCCF}"/>
              </a:ext>
            </a:extLst>
          </p:cNvPr>
          <p:cNvSpPr/>
          <p:nvPr/>
        </p:nvSpPr>
        <p:spPr>
          <a:xfrm>
            <a:off x="4791456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1AD7B1-1470-E2F3-8BE7-B5F668E952B9}"/>
              </a:ext>
            </a:extLst>
          </p:cNvPr>
          <p:cNvSpPr/>
          <p:nvPr/>
        </p:nvSpPr>
        <p:spPr>
          <a:xfrm>
            <a:off x="5687568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96B6B0-83F0-3701-E8CE-6B9A91E40B33}"/>
              </a:ext>
            </a:extLst>
          </p:cNvPr>
          <p:cNvSpPr/>
          <p:nvPr/>
        </p:nvSpPr>
        <p:spPr>
          <a:xfrm>
            <a:off x="658368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2550EC-F611-02A3-4578-21EB303A3523}"/>
              </a:ext>
            </a:extLst>
          </p:cNvPr>
          <p:cNvSpPr/>
          <p:nvPr/>
        </p:nvSpPr>
        <p:spPr>
          <a:xfrm>
            <a:off x="7479792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AA69CBF-E6CA-DB11-1A34-3E83F6FB1375}"/>
              </a:ext>
            </a:extLst>
          </p:cNvPr>
          <p:cNvSpPr/>
          <p:nvPr/>
        </p:nvSpPr>
        <p:spPr>
          <a:xfrm>
            <a:off x="8375904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27624C7-A5D5-95B0-B0CB-549EF8CAA3D4}"/>
              </a:ext>
            </a:extLst>
          </p:cNvPr>
          <p:cNvSpPr/>
          <p:nvPr/>
        </p:nvSpPr>
        <p:spPr>
          <a:xfrm>
            <a:off x="9272016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CAE89AD-DAA9-EA9D-934D-9D47F438DA42}"/>
              </a:ext>
            </a:extLst>
          </p:cNvPr>
          <p:cNvSpPr/>
          <p:nvPr/>
        </p:nvSpPr>
        <p:spPr>
          <a:xfrm>
            <a:off x="10168128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5485A58-2B8E-2D13-9257-5C267FB41533}"/>
              </a:ext>
            </a:extLst>
          </p:cNvPr>
          <p:cNvSpPr/>
          <p:nvPr/>
        </p:nvSpPr>
        <p:spPr>
          <a:xfrm>
            <a:off x="1106424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BA1F1B-D193-EEA9-A128-81B9912D7C10}"/>
              </a:ext>
            </a:extLst>
          </p:cNvPr>
          <p:cNvSpPr/>
          <p:nvPr/>
        </p:nvSpPr>
        <p:spPr>
          <a:xfrm>
            <a:off x="2103120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BF9293-3E55-FA04-52AB-471086C81471}"/>
              </a:ext>
            </a:extLst>
          </p:cNvPr>
          <p:cNvSpPr/>
          <p:nvPr/>
        </p:nvSpPr>
        <p:spPr>
          <a:xfrm>
            <a:off x="2551176" y="1851659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21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1CC927-1E02-97A5-3B08-780F79621C59}"/>
              </a:ext>
            </a:extLst>
          </p:cNvPr>
          <p:cNvSpPr/>
          <p:nvPr/>
        </p:nvSpPr>
        <p:spPr>
          <a:xfrm>
            <a:off x="2999232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091BAD9-B931-6FAA-7B66-50AFCC288825}"/>
              </a:ext>
            </a:extLst>
          </p:cNvPr>
          <p:cNvSpPr/>
          <p:nvPr/>
        </p:nvSpPr>
        <p:spPr>
          <a:xfrm>
            <a:off x="3456896" y="1858617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775C8BE-8824-7122-5338-6119D42CE5B2}"/>
              </a:ext>
            </a:extLst>
          </p:cNvPr>
          <p:cNvSpPr/>
          <p:nvPr/>
        </p:nvSpPr>
        <p:spPr>
          <a:xfrm>
            <a:off x="3895344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51DEFD4-7D31-6264-87AB-73C49A30EB0F}"/>
              </a:ext>
            </a:extLst>
          </p:cNvPr>
          <p:cNvSpPr/>
          <p:nvPr/>
        </p:nvSpPr>
        <p:spPr>
          <a:xfrm>
            <a:off x="4343399" y="18685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48B1D8-F2E9-A762-4632-B4D7E341E857}"/>
              </a:ext>
            </a:extLst>
          </p:cNvPr>
          <p:cNvSpPr/>
          <p:nvPr/>
        </p:nvSpPr>
        <p:spPr>
          <a:xfrm>
            <a:off x="4791456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B4509E-FE5D-5A39-1E8F-E129EA6D73E8}"/>
              </a:ext>
            </a:extLst>
          </p:cNvPr>
          <p:cNvSpPr/>
          <p:nvPr/>
        </p:nvSpPr>
        <p:spPr>
          <a:xfrm>
            <a:off x="5228711" y="18685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31285B8-09E3-614E-F1CA-13A99011138A}"/>
              </a:ext>
            </a:extLst>
          </p:cNvPr>
          <p:cNvSpPr/>
          <p:nvPr/>
        </p:nvSpPr>
        <p:spPr>
          <a:xfrm>
            <a:off x="5687568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7C0750-18CE-43A8-F889-356432F2A7BD}"/>
              </a:ext>
            </a:extLst>
          </p:cNvPr>
          <p:cNvSpPr/>
          <p:nvPr/>
        </p:nvSpPr>
        <p:spPr>
          <a:xfrm>
            <a:off x="6149052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C846163-BE18-B1C7-EA97-00979F2125B0}"/>
              </a:ext>
            </a:extLst>
          </p:cNvPr>
          <p:cNvSpPr/>
          <p:nvPr/>
        </p:nvSpPr>
        <p:spPr>
          <a:xfrm>
            <a:off x="6583680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940DD75-99C7-FEA4-D453-3BD93D9C8463}"/>
              </a:ext>
            </a:extLst>
          </p:cNvPr>
          <p:cNvSpPr/>
          <p:nvPr/>
        </p:nvSpPr>
        <p:spPr>
          <a:xfrm>
            <a:off x="7042537" y="180594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3982A81-BECF-38D3-5C9E-31801276353B}"/>
              </a:ext>
            </a:extLst>
          </p:cNvPr>
          <p:cNvSpPr/>
          <p:nvPr/>
        </p:nvSpPr>
        <p:spPr>
          <a:xfrm>
            <a:off x="7479792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5A13905-1B39-5B12-CD2D-8E0822B29EEE}"/>
              </a:ext>
            </a:extLst>
          </p:cNvPr>
          <p:cNvSpPr/>
          <p:nvPr/>
        </p:nvSpPr>
        <p:spPr>
          <a:xfrm>
            <a:off x="7927848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E112932-27E3-8E09-E65C-291781D6D8BF}"/>
              </a:ext>
            </a:extLst>
          </p:cNvPr>
          <p:cNvSpPr/>
          <p:nvPr/>
        </p:nvSpPr>
        <p:spPr>
          <a:xfrm>
            <a:off x="8375904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9CB36EA-2B00-4925-DF66-CD54FF8A9E42}"/>
              </a:ext>
            </a:extLst>
          </p:cNvPr>
          <p:cNvSpPr/>
          <p:nvPr/>
        </p:nvSpPr>
        <p:spPr>
          <a:xfrm>
            <a:off x="8823960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</a:t>
            </a:r>
            <a:endParaRPr lang="en-US" sz="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1D9381B-BD27-2696-A495-1427C06B7A81}"/>
              </a:ext>
            </a:extLst>
          </p:cNvPr>
          <p:cNvSpPr/>
          <p:nvPr/>
        </p:nvSpPr>
        <p:spPr>
          <a:xfrm>
            <a:off x="9272016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C2D4F94-F336-D1FC-9D86-614E7CA4A625}"/>
              </a:ext>
            </a:extLst>
          </p:cNvPr>
          <p:cNvSpPr/>
          <p:nvPr/>
        </p:nvSpPr>
        <p:spPr>
          <a:xfrm>
            <a:off x="9730873" y="18288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E98AA20-5041-DDB3-3FBF-51709DAA2BEC}"/>
              </a:ext>
            </a:extLst>
          </p:cNvPr>
          <p:cNvSpPr/>
          <p:nvPr/>
        </p:nvSpPr>
        <p:spPr>
          <a:xfrm>
            <a:off x="10168128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92671A7-7A89-27F4-FA14-E5AA4B3E592D}"/>
              </a:ext>
            </a:extLst>
          </p:cNvPr>
          <p:cNvSpPr/>
          <p:nvPr/>
        </p:nvSpPr>
        <p:spPr>
          <a:xfrm>
            <a:off x="10605383" y="18288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6295AF2-942A-1783-49C4-6943E85BDB73}"/>
              </a:ext>
            </a:extLst>
          </p:cNvPr>
          <p:cNvSpPr/>
          <p:nvPr/>
        </p:nvSpPr>
        <p:spPr>
          <a:xfrm>
            <a:off x="82296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</a:t>
            </a: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DF51A88-D8B8-62D4-0C52-D42A85B32FB7}"/>
              </a:ext>
            </a:extLst>
          </p:cNvPr>
          <p:cNvSpPr/>
          <p:nvPr/>
        </p:nvSpPr>
        <p:spPr>
          <a:xfrm>
            <a:off x="82296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73B7EEC-0CB9-D8AF-23D6-91D1BC186753}"/>
              </a:ext>
            </a:extLst>
          </p:cNvPr>
          <p:cNvSpPr/>
          <p:nvPr/>
        </p:nvSpPr>
        <p:spPr>
          <a:xfrm>
            <a:off x="822960" y="29809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Foad</a:t>
            </a:r>
            <a:endParaRPr lang="en-US" sz="14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4335CF0-1EA0-35A4-129A-9824401AF107}"/>
              </a:ext>
            </a:extLst>
          </p:cNvPr>
          <p:cNvSpPr/>
          <p:nvPr/>
        </p:nvSpPr>
        <p:spPr>
          <a:xfrm>
            <a:off x="822960" y="3300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2CB6A78-F97F-326F-5668-4BEFA327E201}"/>
              </a:ext>
            </a:extLst>
          </p:cNvPr>
          <p:cNvSpPr/>
          <p:nvPr/>
        </p:nvSpPr>
        <p:spPr>
          <a:xfrm>
            <a:off x="2103120" y="2889504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AAEAA25-376B-AEF2-9033-F84E48300DE3}"/>
              </a:ext>
            </a:extLst>
          </p:cNvPr>
          <p:cNvSpPr/>
          <p:nvPr/>
        </p:nvSpPr>
        <p:spPr>
          <a:xfrm>
            <a:off x="822960" y="3767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E3B4509-DFC3-665F-8387-4483D448FD4C}"/>
              </a:ext>
            </a:extLst>
          </p:cNvPr>
          <p:cNvSpPr/>
          <p:nvPr/>
        </p:nvSpPr>
        <p:spPr>
          <a:xfrm>
            <a:off x="822960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AFD9BE9-DA6E-A37B-7083-477DE747DF21}"/>
              </a:ext>
            </a:extLst>
          </p:cNvPr>
          <p:cNvSpPr/>
          <p:nvPr/>
        </p:nvSpPr>
        <p:spPr>
          <a:xfrm>
            <a:off x="2103120" y="3675888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A12123B-4CA0-8694-2A9C-902FF26C123E}"/>
              </a:ext>
            </a:extLst>
          </p:cNvPr>
          <p:cNvSpPr/>
          <p:nvPr/>
        </p:nvSpPr>
        <p:spPr>
          <a:xfrm>
            <a:off x="822960" y="4553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Mengyao</a:t>
            </a:r>
            <a:endParaRPr lang="en-US" sz="14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6255865-D641-38F6-BC7F-56530166230E}"/>
              </a:ext>
            </a:extLst>
          </p:cNvPr>
          <p:cNvSpPr/>
          <p:nvPr/>
        </p:nvSpPr>
        <p:spPr>
          <a:xfrm>
            <a:off x="822960" y="4873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23085F8-336E-0E1A-600C-46DE041F75A9}"/>
              </a:ext>
            </a:extLst>
          </p:cNvPr>
          <p:cNvSpPr/>
          <p:nvPr/>
        </p:nvSpPr>
        <p:spPr>
          <a:xfrm>
            <a:off x="2103120" y="4462272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650EEF2-34C2-526F-D0CB-F186777919BC}"/>
              </a:ext>
            </a:extLst>
          </p:cNvPr>
          <p:cNvSpPr/>
          <p:nvPr/>
        </p:nvSpPr>
        <p:spPr>
          <a:xfrm>
            <a:off x="822960" y="53400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4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</a:t>
            </a:r>
            <a:endParaRPr lang="en-US" sz="14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C93360F-E6F7-DF2C-3EC5-18B1B493BD2A}"/>
              </a:ext>
            </a:extLst>
          </p:cNvPr>
          <p:cNvSpPr/>
          <p:nvPr/>
        </p:nvSpPr>
        <p:spPr>
          <a:xfrm>
            <a:off x="822960" y="5660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 (code)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A21759-7E5F-FBF3-7634-100BEE7B35D8}"/>
              </a:ext>
            </a:extLst>
          </p:cNvPr>
          <p:cNvSpPr/>
          <p:nvPr/>
        </p:nvSpPr>
        <p:spPr>
          <a:xfrm>
            <a:off x="2103120" y="5248656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66E8D13-6BD7-23EE-420A-FAF409546B31}"/>
              </a:ext>
            </a:extLst>
          </p:cNvPr>
          <p:cNvSpPr/>
          <p:nvPr/>
        </p:nvSpPr>
        <p:spPr>
          <a:xfrm>
            <a:off x="2148840" y="2240280"/>
            <a:ext cx="1700784" cy="512064"/>
          </a:xfrm>
          <a:prstGeom prst="rect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4846003-0B0B-6D72-90FE-31DF06AB949F}"/>
              </a:ext>
            </a:extLst>
          </p:cNvPr>
          <p:cNvSpPr/>
          <p:nvPr/>
        </p:nvSpPr>
        <p:spPr>
          <a:xfrm>
            <a:off x="2221992" y="22402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study + theory doc</a:t>
            </a:r>
            <a:endParaRPr lang="en-US" sz="9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2242E4F7-12BB-0992-478F-FCE5B7E78418}"/>
              </a:ext>
            </a:extLst>
          </p:cNvPr>
          <p:cNvSpPr/>
          <p:nvPr/>
        </p:nvSpPr>
        <p:spPr>
          <a:xfrm>
            <a:off x="3941064" y="2240280"/>
            <a:ext cx="1700784" cy="512064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C99CD3A-DA5A-473A-ACF8-7F4024AC452F}"/>
              </a:ext>
            </a:extLst>
          </p:cNvPr>
          <p:cNvSpPr/>
          <p:nvPr/>
        </p:nvSpPr>
        <p:spPr>
          <a:xfrm>
            <a:off x="4014216" y="22402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Help P3 with env  Constellation distribution idea(?)</a:t>
            </a:r>
            <a:endParaRPr lang="en-US" sz="8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48B3852C-57FC-2CAF-9F7A-15AF8E746CDD}"/>
              </a:ext>
            </a:extLst>
          </p:cNvPr>
          <p:cNvSpPr/>
          <p:nvPr/>
        </p:nvSpPr>
        <p:spPr>
          <a:xfrm>
            <a:off x="5733288" y="2240280"/>
            <a:ext cx="3493008" cy="512064"/>
          </a:xfrm>
          <a:prstGeom prst="rect">
            <a:avLst/>
          </a:prstGeom>
          <a:solidFill>
            <a:srgbClr val="E08370"/>
          </a:solidFill>
          <a:ln w="12700">
            <a:solidFill>
              <a:srgbClr val="E083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D24A2239-D0F4-047C-5F21-B7455871F9DD}"/>
              </a:ext>
            </a:extLst>
          </p:cNvPr>
          <p:cNvSpPr/>
          <p:nvPr/>
        </p:nvSpPr>
        <p:spPr>
          <a:xfrm>
            <a:off x="5806440" y="2240280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P4 on Req 4</a:t>
            </a:r>
            <a:endParaRPr lang="en-US" sz="9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EC6CA5B-0139-247E-5A78-AC6AEADE1801}"/>
              </a:ext>
            </a:extLst>
          </p:cNvPr>
          <p:cNvSpPr/>
          <p:nvPr/>
        </p:nvSpPr>
        <p:spPr>
          <a:xfrm>
            <a:off x="2148840" y="3026664"/>
            <a:ext cx="804674" cy="512064"/>
          </a:xfrm>
          <a:prstGeom prst="rect">
            <a:avLst/>
          </a:prstGeom>
          <a:solidFill>
            <a:srgbClr val="4B6CAA"/>
          </a:solidFill>
          <a:ln w="12700">
            <a:solidFill>
              <a:srgbClr val="4B6C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DE9BC26-2AF6-9085-ACFA-B3FA0AD5059C}"/>
              </a:ext>
            </a:extLst>
          </p:cNvPr>
          <p:cNvSpPr/>
          <p:nvPr/>
        </p:nvSpPr>
        <p:spPr>
          <a:xfrm>
            <a:off x="2221992" y="302666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</a:t>
            </a:r>
            <a:endParaRPr lang="en-US" sz="9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3722ACC-62F2-77DF-6ED5-AF7ECD175915}"/>
              </a:ext>
            </a:extLst>
          </p:cNvPr>
          <p:cNvSpPr/>
          <p:nvPr/>
        </p:nvSpPr>
        <p:spPr>
          <a:xfrm>
            <a:off x="3054096" y="3034773"/>
            <a:ext cx="795528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25A3582-8754-91D5-D496-702FDA1DF5A2}"/>
              </a:ext>
            </a:extLst>
          </p:cNvPr>
          <p:cNvSpPr/>
          <p:nvPr/>
        </p:nvSpPr>
        <p:spPr>
          <a:xfrm>
            <a:off x="3127248" y="3034773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 </a:t>
            </a:r>
            <a:endParaRPr lang="en-US" sz="9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06EF3E3-2292-DE52-7009-2FDC38BA066F}"/>
              </a:ext>
            </a:extLst>
          </p:cNvPr>
          <p:cNvSpPr/>
          <p:nvPr/>
        </p:nvSpPr>
        <p:spPr>
          <a:xfrm>
            <a:off x="3922776" y="3026664"/>
            <a:ext cx="3511296" cy="512064"/>
          </a:xfrm>
          <a:prstGeom prst="rect">
            <a:avLst/>
          </a:prstGeom>
          <a:solidFill>
            <a:srgbClr val="5E6B82"/>
          </a:solidFill>
          <a:ln w="12700">
            <a:solidFill>
              <a:srgbClr val="5E6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50D7414-0618-4EFB-35FE-EE807BB97F6D}"/>
              </a:ext>
            </a:extLst>
          </p:cNvPr>
          <p:cNvSpPr/>
          <p:nvPr/>
        </p:nvSpPr>
        <p:spPr>
          <a:xfrm>
            <a:off x="5042628" y="301855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support + Code Review</a:t>
            </a:r>
            <a:endParaRPr lang="en-US" sz="9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B933DCA-6B79-C815-9B10-84B8F17AE898}"/>
              </a:ext>
            </a:extLst>
          </p:cNvPr>
          <p:cNvSpPr/>
          <p:nvPr/>
        </p:nvSpPr>
        <p:spPr>
          <a:xfrm>
            <a:off x="7525512" y="3026664"/>
            <a:ext cx="1700784" cy="512064"/>
          </a:xfrm>
          <a:prstGeom prst="rect">
            <a:avLst/>
          </a:prstGeom>
          <a:solidFill>
            <a:srgbClr val="C04876"/>
          </a:solidFill>
          <a:ln w="12700">
            <a:solidFill>
              <a:srgbClr val="C04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1A60C1C2-F1D9-E069-4308-AD35807E91A5}"/>
              </a:ext>
            </a:extLst>
          </p:cNvPr>
          <p:cNvSpPr/>
          <p:nvPr/>
        </p:nvSpPr>
        <p:spPr>
          <a:xfrm>
            <a:off x="7598664" y="3026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</a:t>
            </a:r>
            <a:endParaRPr lang="en-US" sz="9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E09DE7ED-908D-8035-4637-54A8BA6A653D}"/>
              </a:ext>
            </a:extLst>
          </p:cNvPr>
          <p:cNvSpPr/>
          <p:nvPr/>
        </p:nvSpPr>
        <p:spPr>
          <a:xfrm>
            <a:off x="2221992" y="381304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5C9A9E7-2BA2-2379-D1F1-0F2639FF2098}"/>
              </a:ext>
            </a:extLst>
          </p:cNvPr>
          <p:cNvSpPr/>
          <p:nvPr/>
        </p:nvSpPr>
        <p:spPr>
          <a:xfrm>
            <a:off x="3044952" y="3813048"/>
            <a:ext cx="1700784" cy="512064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285D76B3-9AC1-4C6B-BC8B-FE6051A96F9D}"/>
              </a:ext>
            </a:extLst>
          </p:cNvPr>
          <p:cNvSpPr/>
          <p:nvPr/>
        </p:nvSpPr>
        <p:spPr>
          <a:xfrm>
            <a:off x="3118104" y="3813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Multi-campaign env</a:t>
            </a:r>
            <a:endParaRPr lang="en-US" sz="9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997657D-E836-5BA9-04E0-745C4799C9C1}"/>
              </a:ext>
            </a:extLst>
          </p:cNvPr>
          <p:cNvSpPr/>
          <p:nvPr/>
        </p:nvSpPr>
        <p:spPr>
          <a:xfrm>
            <a:off x="4837176" y="3813048"/>
            <a:ext cx="2596896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381F92F-56A5-55D6-12DC-D81EB6E5FB17}"/>
              </a:ext>
            </a:extLst>
          </p:cNvPr>
          <p:cNvSpPr/>
          <p:nvPr/>
        </p:nvSpPr>
        <p:spPr>
          <a:xfrm>
            <a:off x="4910328" y="381304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Combinatorial-UCB</a:t>
            </a:r>
            <a:endParaRPr lang="en-US" sz="9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3E71CEAB-7BE1-BE3A-6CCF-1A06A85612DE}"/>
              </a:ext>
            </a:extLst>
          </p:cNvPr>
          <p:cNvSpPr/>
          <p:nvPr/>
        </p:nvSpPr>
        <p:spPr>
          <a:xfrm>
            <a:off x="7525512" y="3813048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80E0F34D-1F72-39CE-74E2-1ED37620E28D}"/>
              </a:ext>
            </a:extLst>
          </p:cNvPr>
          <p:cNvSpPr/>
          <p:nvPr/>
        </p:nvSpPr>
        <p:spPr>
          <a:xfrm>
            <a:off x="7598664" y="3813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3C8D392-F060-F4A4-585E-399F5E4CD7FB}"/>
              </a:ext>
            </a:extLst>
          </p:cNvPr>
          <p:cNvSpPr/>
          <p:nvPr/>
        </p:nvSpPr>
        <p:spPr>
          <a:xfrm>
            <a:off x="2221992" y="4599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study</a:t>
            </a:r>
            <a:endParaRPr lang="en-US" sz="9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DC793577-232A-BBED-5C22-5C8E041A96E6}"/>
              </a:ext>
            </a:extLst>
          </p:cNvPr>
          <p:cNvSpPr/>
          <p:nvPr/>
        </p:nvSpPr>
        <p:spPr>
          <a:xfrm>
            <a:off x="3044952" y="4599432"/>
            <a:ext cx="1700784" cy="512064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64AFBA00-2CF7-0E27-3728-0F668834DA77}"/>
              </a:ext>
            </a:extLst>
          </p:cNvPr>
          <p:cNvSpPr/>
          <p:nvPr/>
        </p:nvSpPr>
        <p:spPr>
          <a:xfrm>
            <a:off x="3191256" y="45994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env</a:t>
            </a:r>
            <a:endParaRPr lang="en-US" sz="90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A1AD550-BC15-9994-4E62-112D195C2E25}"/>
              </a:ext>
            </a:extLst>
          </p:cNvPr>
          <p:cNvSpPr/>
          <p:nvPr/>
        </p:nvSpPr>
        <p:spPr>
          <a:xfrm>
            <a:off x="4837176" y="4599432"/>
            <a:ext cx="2596896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E8672569-4C9D-7C91-A46E-FA95D892B81C}"/>
              </a:ext>
            </a:extLst>
          </p:cNvPr>
          <p:cNvSpPr/>
          <p:nvPr/>
        </p:nvSpPr>
        <p:spPr>
          <a:xfrm>
            <a:off x="4910328" y="459943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with budget</a:t>
            </a:r>
            <a:endParaRPr lang="en-US" sz="9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39127BB-5090-19B7-930A-3A6E9C56A3F8}"/>
              </a:ext>
            </a:extLst>
          </p:cNvPr>
          <p:cNvSpPr/>
          <p:nvPr/>
        </p:nvSpPr>
        <p:spPr>
          <a:xfrm>
            <a:off x="7525512" y="4599432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5420B2A7-F288-F0D4-2FCE-327C7C26B5CF}"/>
              </a:ext>
            </a:extLst>
          </p:cNvPr>
          <p:cNvSpPr/>
          <p:nvPr/>
        </p:nvSpPr>
        <p:spPr>
          <a:xfrm>
            <a:off x="7598664" y="4599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395BFB09-B1A6-4DA1-5BB2-97106542D262}"/>
              </a:ext>
            </a:extLst>
          </p:cNvPr>
          <p:cNvSpPr/>
          <p:nvPr/>
        </p:nvSpPr>
        <p:spPr>
          <a:xfrm>
            <a:off x="2221992" y="53858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4C80764C-5776-F497-486F-24475152FE40}"/>
              </a:ext>
            </a:extLst>
          </p:cNvPr>
          <p:cNvSpPr/>
          <p:nvPr/>
        </p:nvSpPr>
        <p:spPr>
          <a:xfrm>
            <a:off x="4014216" y="53858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theory doc</a:t>
            </a:r>
            <a:endParaRPr lang="en-US" sz="90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C28FEC74-A89A-7842-60C4-C0CF9CE0441C}"/>
              </a:ext>
            </a:extLst>
          </p:cNvPr>
          <p:cNvSpPr/>
          <p:nvPr/>
        </p:nvSpPr>
        <p:spPr>
          <a:xfrm>
            <a:off x="3927348" y="5385815"/>
            <a:ext cx="1700784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C97B8002-8BBB-A71D-704E-BB81BA48745D}"/>
              </a:ext>
            </a:extLst>
          </p:cNvPr>
          <p:cNvSpPr/>
          <p:nvPr/>
        </p:nvSpPr>
        <p:spPr>
          <a:xfrm>
            <a:off x="4000500" y="5385815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sliding window</a:t>
            </a:r>
            <a:endParaRPr lang="en-US" sz="9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9E0A820-FEF3-E5B7-E406-8015B0749E73}"/>
              </a:ext>
            </a:extLst>
          </p:cNvPr>
          <p:cNvSpPr/>
          <p:nvPr/>
        </p:nvSpPr>
        <p:spPr>
          <a:xfrm>
            <a:off x="5733287" y="5385815"/>
            <a:ext cx="1700781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2F39DE2-9A9D-4295-B900-D60FE51F545A}"/>
              </a:ext>
            </a:extLst>
          </p:cNvPr>
          <p:cNvSpPr/>
          <p:nvPr/>
        </p:nvSpPr>
        <p:spPr>
          <a:xfrm>
            <a:off x="5806440" y="5385815"/>
            <a:ext cx="13915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change det.</a:t>
            </a:r>
            <a:endParaRPr lang="en-US" sz="9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2226A98-F16D-5E2E-5057-28589B698B9B}"/>
              </a:ext>
            </a:extLst>
          </p:cNvPr>
          <p:cNvSpPr/>
          <p:nvPr/>
        </p:nvSpPr>
        <p:spPr>
          <a:xfrm>
            <a:off x="8494776" y="53858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90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4BEE0C9E-312E-BA7A-8ABF-AADE2D267FC8}"/>
              </a:ext>
            </a:extLst>
          </p:cNvPr>
          <p:cNvSpPr/>
          <p:nvPr/>
        </p:nvSpPr>
        <p:spPr>
          <a:xfrm>
            <a:off x="9272016" y="2011680"/>
            <a:ext cx="0" cy="4114800"/>
          </a:xfrm>
          <a:prstGeom prst="line">
            <a:avLst/>
          </a:prstGeom>
          <a:noFill/>
          <a:ln w="19050">
            <a:solidFill>
              <a:srgbClr val="2F8F6E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8A05F346-5CD5-3FFA-9C03-D471FCD4205F}"/>
              </a:ext>
            </a:extLst>
          </p:cNvPr>
          <p:cNvSpPr/>
          <p:nvPr/>
        </p:nvSpPr>
        <p:spPr>
          <a:xfrm>
            <a:off x="8906256" y="6172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</a:t>
            </a:r>
            <a:endParaRPr lang="en-US" sz="90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0B80F43D-CADD-94F2-36B4-DCD2E6499BB9}"/>
              </a:ext>
            </a:extLst>
          </p:cNvPr>
          <p:cNvSpPr/>
          <p:nvPr/>
        </p:nvSpPr>
        <p:spPr>
          <a:xfrm>
            <a:off x="8540496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algos + drafts</a:t>
            </a:r>
            <a:endParaRPr lang="en-US" sz="8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8033B133-313A-8EFD-D91F-E05FBA2659EC}"/>
              </a:ext>
            </a:extLst>
          </p:cNvPr>
          <p:cNvSpPr/>
          <p:nvPr/>
        </p:nvSpPr>
        <p:spPr>
          <a:xfrm>
            <a:off x="11064240" y="2011680"/>
            <a:ext cx="0" cy="4114800"/>
          </a:xfrm>
          <a:prstGeom prst="line">
            <a:avLst/>
          </a:prstGeom>
          <a:noFill/>
          <a:ln w="25400">
            <a:solidFill>
              <a:srgbClr val="E85D4E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0D0A6C0-9075-3FED-0DD2-2FA285FDAD77}"/>
              </a:ext>
            </a:extLst>
          </p:cNvPr>
          <p:cNvSpPr/>
          <p:nvPr/>
        </p:nvSpPr>
        <p:spPr>
          <a:xfrm>
            <a:off x="10515600" y="6172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</a:t>
            </a:r>
            <a:endParaRPr lang="en-US" sz="9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7FBD0C5D-17C7-8583-9EBE-7C28748B4B14}"/>
              </a:ext>
            </a:extLst>
          </p:cNvPr>
          <p:cNvSpPr/>
          <p:nvPr/>
        </p:nvSpPr>
        <p:spPr>
          <a:xfrm>
            <a:off x="1024128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submission-ready</a:t>
            </a:r>
            <a:endParaRPr lang="en-US" sz="80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BAB6523E-314C-180E-4343-B89B59EC7713}"/>
              </a:ext>
            </a:extLst>
          </p:cNvPr>
          <p:cNvSpPr/>
          <p:nvPr/>
        </p:nvSpPr>
        <p:spPr>
          <a:xfrm>
            <a:off x="9272016" y="2103120"/>
            <a:ext cx="1792224" cy="3931920"/>
          </a:xfrm>
          <a:prstGeom prst="rect">
            <a:avLst/>
          </a:prstGeom>
          <a:solidFill>
            <a:srgbClr val="2F8F6E">
              <a:alpha val="8000"/>
            </a:srgbClr>
          </a:solidFill>
          <a:ln w="12700">
            <a:solidFill>
              <a:srgbClr val="2F8F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F94EBF96-ED67-84B1-1992-0814F1D9FD04}"/>
              </a:ext>
            </a:extLst>
          </p:cNvPr>
          <p:cNvSpPr/>
          <p:nvPr/>
        </p:nvSpPr>
        <p:spPr>
          <a:xfrm>
            <a:off x="9272016" y="21945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POLISH</a:t>
            </a:r>
            <a:endParaRPr lang="en-US" sz="9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5C34E89D-1AB2-CFF1-329E-903BD22D1FA4}"/>
              </a:ext>
            </a:extLst>
          </p:cNvPr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70C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Slides are drafted inline — same week the underlying work lands. Review weeks polish; they don't produce first drafts</a:t>
            </a:r>
            <a:r>
              <a:rPr lang="en-US" sz="11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9" name="Shape 75">
            <a:extLst>
              <a:ext uri="{FF2B5EF4-FFF2-40B4-BE49-F238E27FC236}">
                <a16:creationId xmlns:a16="http://schemas.microsoft.com/office/drawing/2014/main" id="{9C53C485-174C-8CCD-BF7D-F9CC653E585C}"/>
              </a:ext>
            </a:extLst>
          </p:cNvPr>
          <p:cNvSpPr/>
          <p:nvPr/>
        </p:nvSpPr>
        <p:spPr>
          <a:xfrm>
            <a:off x="7525512" y="5385815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76">
            <a:extLst>
              <a:ext uri="{FF2B5EF4-FFF2-40B4-BE49-F238E27FC236}">
                <a16:creationId xmlns:a16="http://schemas.microsoft.com/office/drawing/2014/main" id="{28363E89-0955-39F1-FD89-D6D771A6106E}"/>
              </a:ext>
            </a:extLst>
          </p:cNvPr>
          <p:cNvSpPr/>
          <p:nvPr/>
        </p:nvSpPr>
        <p:spPr>
          <a:xfrm>
            <a:off x="7598664" y="5385815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4988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C55B-B581-29DD-13E2-DB7FBE34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7F248F-3FED-98E9-F05B-DF17AB413413}"/>
              </a:ext>
            </a:extLst>
          </p:cNvPr>
          <p:cNvSpPr/>
          <p:nvPr/>
        </p:nvSpPr>
        <p:spPr>
          <a:xfrm>
            <a:off x="82296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TIMELINE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664A13-1822-BFDA-EEF1-682DB329302E}"/>
              </a:ext>
            </a:extLst>
          </p:cNvPr>
          <p:cNvSpPr/>
          <p:nvPr/>
        </p:nvSpPr>
        <p:spPr>
          <a:xfrm>
            <a:off x="82296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plan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2A1E12-73C8-C8F2-0B6F-87842C8305DF}"/>
              </a:ext>
            </a:extLst>
          </p:cNvPr>
          <p:cNvSpPr/>
          <p:nvPr/>
        </p:nvSpPr>
        <p:spPr>
          <a:xfrm>
            <a:off x="210312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648427-6F89-D96B-9262-EFEDA9B90877}"/>
              </a:ext>
            </a:extLst>
          </p:cNvPr>
          <p:cNvSpPr/>
          <p:nvPr/>
        </p:nvSpPr>
        <p:spPr>
          <a:xfrm>
            <a:off x="2999232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02F988D-46D8-9A8D-E91F-11107DD1A7AE}"/>
              </a:ext>
            </a:extLst>
          </p:cNvPr>
          <p:cNvSpPr/>
          <p:nvPr/>
        </p:nvSpPr>
        <p:spPr>
          <a:xfrm>
            <a:off x="3895344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A2D8BF3-4262-411B-65D8-38686A7745B4}"/>
              </a:ext>
            </a:extLst>
          </p:cNvPr>
          <p:cNvSpPr/>
          <p:nvPr/>
        </p:nvSpPr>
        <p:spPr>
          <a:xfrm>
            <a:off x="4791456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0A01389-C4AE-5E25-A933-D310964E7A44}"/>
              </a:ext>
            </a:extLst>
          </p:cNvPr>
          <p:cNvSpPr/>
          <p:nvPr/>
        </p:nvSpPr>
        <p:spPr>
          <a:xfrm>
            <a:off x="5687568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350986E-293D-DFBD-D84F-235548A06387}"/>
              </a:ext>
            </a:extLst>
          </p:cNvPr>
          <p:cNvSpPr/>
          <p:nvPr/>
        </p:nvSpPr>
        <p:spPr>
          <a:xfrm>
            <a:off x="658368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5DB502-7623-6559-9A30-FFE651CAF306}"/>
              </a:ext>
            </a:extLst>
          </p:cNvPr>
          <p:cNvSpPr/>
          <p:nvPr/>
        </p:nvSpPr>
        <p:spPr>
          <a:xfrm>
            <a:off x="7479792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476C3E-B69D-1409-79EB-F0737C1CEAE3}"/>
              </a:ext>
            </a:extLst>
          </p:cNvPr>
          <p:cNvSpPr/>
          <p:nvPr/>
        </p:nvSpPr>
        <p:spPr>
          <a:xfrm>
            <a:off x="8375904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12AE78A-E8C3-5EB5-0C2B-B1CA214DED4C}"/>
              </a:ext>
            </a:extLst>
          </p:cNvPr>
          <p:cNvSpPr/>
          <p:nvPr/>
        </p:nvSpPr>
        <p:spPr>
          <a:xfrm>
            <a:off x="9272016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9BCE992-CF35-ED56-9A0B-6A2B6310F36B}"/>
              </a:ext>
            </a:extLst>
          </p:cNvPr>
          <p:cNvSpPr/>
          <p:nvPr/>
        </p:nvSpPr>
        <p:spPr>
          <a:xfrm>
            <a:off x="10168128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A9EF66-B912-CDDA-3E1A-6E5E6E7C527C}"/>
              </a:ext>
            </a:extLst>
          </p:cNvPr>
          <p:cNvSpPr/>
          <p:nvPr/>
        </p:nvSpPr>
        <p:spPr>
          <a:xfrm>
            <a:off x="11064240" y="2103120"/>
            <a:ext cx="0" cy="393192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286904-C33F-14EF-665B-8CDFBD1B3521}"/>
              </a:ext>
            </a:extLst>
          </p:cNvPr>
          <p:cNvSpPr/>
          <p:nvPr/>
        </p:nvSpPr>
        <p:spPr>
          <a:xfrm>
            <a:off x="2103120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0677C2-6324-E306-7F37-E4787A829ACB}"/>
              </a:ext>
            </a:extLst>
          </p:cNvPr>
          <p:cNvSpPr/>
          <p:nvPr/>
        </p:nvSpPr>
        <p:spPr>
          <a:xfrm>
            <a:off x="2551176" y="1851659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21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91F584-CFDD-6080-280B-27427CD8AFB0}"/>
              </a:ext>
            </a:extLst>
          </p:cNvPr>
          <p:cNvSpPr/>
          <p:nvPr/>
        </p:nvSpPr>
        <p:spPr>
          <a:xfrm>
            <a:off x="2999232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B909824-C15C-C562-FD99-B46FD8FE08CB}"/>
              </a:ext>
            </a:extLst>
          </p:cNvPr>
          <p:cNvSpPr/>
          <p:nvPr/>
        </p:nvSpPr>
        <p:spPr>
          <a:xfrm>
            <a:off x="3456896" y="1858617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0E6AA5-911C-4795-F81A-5AB6E534067F}"/>
              </a:ext>
            </a:extLst>
          </p:cNvPr>
          <p:cNvSpPr/>
          <p:nvPr/>
        </p:nvSpPr>
        <p:spPr>
          <a:xfrm>
            <a:off x="3895344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271982-9247-1DFE-37C4-A8B4CB448C0C}"/>
              </a:ext>
            </a:extLst>
          </p:cNvPr>
          <p:cNvSpPr/>
          <p:nvPr/>
        </p:nvSpPr>
        <p:spPr>
          <a:xfrm>
            <a:off x="4343399" y="18685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B5568C6-9D8B-F28B-ECCF-BD8A278D9D72}"/>
              </a:ext>
            </a:extLst>
          </p:cNvPr>
          <p:cNvSpPr/>
          <p:nvPr/>
        </p:nvSpPr>
        <p:spPr>
          <a:xfrm>
            <a:off x="4791456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9356388-A8DB-824B-05EF-97BCD2AB9344}"/>
              </a:ext>
            </a:extLst>
          </p:cNvPr>
          <p:cNvSpPr/>
          <p:nvPr/>
        </p:nvSpPr>
        <p:spPr>
          <a:xfrm>
            <a:off x="5228711" y="18685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DF2263-FA9C-A5C0-2CED-257ABABDC5CE}"/>
              </a:ext>
            </a:extLst>
          </p:cNvPr>
          <p:cNvSpPr/>
          <p:nvPr/>
        </p:nvSpPr>
        <p:spPr>
          <a:xfrm>
            <a:off x="5687568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2B1C85C-59E5-1639-D360-0DEC1AC0BBF3}"/>
              </a:ext>
            </a:extLst>
          </p:cNvPr>
          <p:cNvSpPr/>
          <p:nvPr/>
        </p:nvSpPr>
        <p:spPr>
          <a:xfrm>
            <a:off x="6149052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2683120-019F-A989-F8AD-BCB97D84C6CF}"/>
              </a:ext>
            </a:extLst>
          </p:cNvPr>
          <p:cNvSpPr/>
          <p:nvPr/>
        </p:nvSpPr>
        <p:spPr>
          <a:xfrm>
            <a:off x="6583680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590A73-F8AD-95DF-A74A-93DA1D843C03}"/>
              </a:ext>
            </a:extLst>
          </p:cNvPr>
          <p:cNvSpPr/>
          <p:nvPr/>
        </p:nvSpPr>
        <p:spPr>
          <a:xfrm>
            <a:off x="7042537" y="180594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0E2C61C-90CB-E01B-3DF5-C5C6936BC54C}"/>
              </a:ext>
            </a:extLst>
          </p:cNvPr>
          <p:cNvSpPr/>
          <p:nvPr/>
        </p:nvSpPr>
        <p:spPr>
          <a:xfrm>
            <a:off x="7479792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7D17D2E-D3A7-6490-0A38-53BA1A290C00}"/>
              </a:ext>
            </a:extLst>
          </p:cNvPr>
          <p:cNvSpPr/>
          <p:nvPr/>
        </p:nvSpPr>
        <p:spPr>
          <a:xfrm>
            <a:off x="7927848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2088875-757D-4057-26AD-A1570F02E67E}"/>
              </a:ext>
            </a:extLst>
          </p:cNvPr>
          <p:cNvSpPr/>
          <p:nvPr/>
        </p:nvSpPr>
        <p:spPr>
          <a:xfrm>
            <a:off x="8375904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907495F-E17C-9714-D1D7-4244242E5C11}"/>
              </a:ext>
            </a:extLst>
          </p:cNvPr>
          <p:cNvSpPr/>
          <p:nvPr/>
        </p:nvSpPr>
        <p:spPr>
          <a:xfrm>
            <a:off x="8823960" y="183957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</a:t>
            </a:r>
            <a:endParaRPr lang="en-US" sz="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3543DFB-E56F-B2A4-D74E-3642D1856E52}"/>
              </a:ext>
            </a:extLst>
          </p:cNvPr>
          <p:cNvSpPr/>
          <p:nvPr/>
        </p:nvSpPr>
        <p:spPr>
          <a:xfrm>
            <a:off x="9272016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44B273C-80B0-9B0C-7C32-96CE9C36AAD5}"/>
              </a:ext>
            </a:extLst>
          </p:cNvPr>
          <p:cNvSpPr/>
          <p:nvPr/>
        </p:nvSpPr>
        <p:spPr>
          <a:xfrm>
            <a:off x="9730873" y="18288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1CE22AA-4E72-6DA7-CB62-598CCAA00542}"/>
              </a:ext>
            </a:extLst>
          </p:cNvPr>
          <p:cNvSpPr/>
          <p:nvPr/>
        </p:nvSpPr>
        <p:spPr>
          <a:xfrm>
            <a:off x="10168128" y="1600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E589B09-DFCE-8F2E-9A1B-3B090DAD3307}"/>
              </a:ext>
            </a:extLst>
          </p:cNvPr>
          <p:cNvSpPr/>
          <p:nvPr/>
        </p:nvSpPr>
        <p:spPr>
          <a:xfrm>
            <a:off x="10605383" y="18288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08A0602-A414-3ED1-0F2B-FC9B49FF8844}"/>
              </a:ext>
            </a:extLst>
          </p:cNvPr>
          <p:cNvSpPr/>
          <p:nvPr/>
        </p:nvSpPr>
        <p:spPr>
          <a:xfrm>
            <a:off x="82296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</a:t>
            </a: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6919892-A9B4-0DAF-2D79-8734EE3E920B}"/>
              </a:ext>
            </a:extLst>
          </p:cNvPr>
          <p:cNvSpPr/>
          <p:nvPr/>
        </p:nvSpPr>
        <p:spPr>
          <a:xfrm>
            <a:off x="82296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6D5BB5C-0F5B-EE25-0912-4C6763EB37F0}"/>
              </a:ext>
            </a:extLst>
          </p:cNvPr>
          <p:cNvSpPr/>
          <p:nvPr/>
        </p:nvSpPr>
        <p:spPr>
          <a:xfrm>
            <a:off x="822960" y="29809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Foad</a:t>
            </a:r>
            <a:endParaRPr lang="en-US" sz="14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9717022-F126-80F1-7655-5EB4A5F005F1}"/>
              </a:ext>
            </a:extLst>
          </p:cNvPr>
          <p:cNvSpPr/>
          <p:nvPr/>
        </p:nvSpPr>
        <p:spPr>
          <a:xfrm>
            <a:off x="822960" y="3300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171161F-F473-7B8C-1B16-6DEB9C485715}"/>
              </a:ext>
            </a:extLst>
          </p:cNvPr>
          <p:cNvSpPr/>
          <p:nvPr/>
        </p:nvSpPr>
        <p:spPr>
          <a:xfrm>
            <a:off x="2103120" y="2889504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98D9EDA-2EAF-DD85-8E08-B49056B8CBA8}"/>
              </a:ext>
            </a:extLst>
          </p:cNvPr>
          <p:cNvSpPr/>
          <p:nvPr/>
        </p:nvSpPr>
        <p:spPr>
          <a:xfrm>
            <a:off x="822960" y="3767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44B1ED7-23CB-E4CF-A980-9D55D1CF262C}"/>
              </a:ext>
            </a:extLst>
          </p:cNvPr>
          <p:cNvSpPr/>
          <p:nvPr/>
        </p:nvSpPr>
        <p:spPr>
          <a:xfrm>
            <a:off x="822960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812495A-54B0-2031-4732-F1C203EDE859}"/>
              </a:ext>
            </a:extLst>
          </p:cNvPr>
          <p:cNvSpPr/>
          <p:nvPr/>
        </p:nvSpPr>
        <p:spPr>
          <a:xfrm>
            <a:off x="2103120" y="3675888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21EF827-DE46-B7CC-9149-098E5DBF77D0}"/>
              </a:ext>
            </a:extLst>
          </p:cNvPr>
          <p:cNvSpPr/>
          <p:nvPr/>
        </p:nvSpPr>
        <p:spPr>
          <a:xfrm>
            <a:off x="822960" y="4553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Mengyao</a:t>
            </a:r>
            <a:endParaRPr lang="en-US" sz="14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B2D9999-A77B-886D-0112-993D1060384E}"/>
              </a:ext>
            </a:extLst>
          </p:cNvPr>
          <p:cNvSpPr/>
          <p:nvPr/>
        </p:nvSpPr>
        <p:spPr>
          <a:xfrm>
            <a:off x="822960" y="4873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5B40DFF-AA76-8086-2FF7-380CD1469A12}"/>
              </a:ext>
            </a:extLst>
          </p:cNvPr>
          <p:cNvSpPr/>
          <p:nvPr/>
        </p:nvSpPr>
        <p:spPr>
          <a:xfrm>
            <a:off x="2103120" y="4462272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B63FE9E-38B5-BD14-287C-96982475CC20}"/>
              </a:ext>
            </a:extLst>
          </p:cNvPr>
          <p:cNvSpPr/>
          <p:nvPr/>
        </p:nvSpPr>
        <p:spPr>
          <a:xfrm>
            <a:off x="822960" y="53400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4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</a:t>
            </a:r>
            <a:endParaRPr lang="en-US" sz="14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F26B0BB-3565-4F1F-6E9E-A438D145903B}"/>
              </a:ext>
            </a:extLst>
          </p:cNvPr>
          <p:cNvSpPr/>
          <p:nvPr/>
        </p:nvSpPr>
        <p:spPr>
          <a:xfrm>
            <a:off x="822960" y="5660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 (code)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F7952ED-58F2-AA67-1959-7C75781D7E55}"/>
              </a:ext>
            </a:extLst>
          </p:cNvPr>
          <p:cNvSpPr/>
          <p:nvPr/>
        </p:nvSpPr>
        <p:spPr>
          <a:xfrm>
            <a:off x="2103120" y="5248656"/>
            <a:ext cx="8961120" cy="0"/>
          </a:xfrm>
          <a:prstGeom prst="line">
            <a:avLst/>
          </a:prstGeom>
          <a:noFill/>
          <a:ln w="635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FBA6B57-13CA-7F3B-5A09-53CFED787FEE}"/>
              </a:ext>
            </a:extLst>
          </p:cNvPr>
          <p:cNvSpPr/>
          <p:nvPr/>
        </p:nvSpPr>
        <p:spPr>
          <a:xfrm>
            <a:off x="2148840" y="2240280"/>
            <a:ext cx="1700784" cy="512064"/>
          </a:xfrm>
          <a:prstGeom prst="rect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4BB01CA-CD56-9D1F-4A1D-B54E45FC1FC0}"/>
              </a:ext>
            </a:extLst>
          </p:cNvPr>
          <p:cNvSpPr/>
          <p:nvPr/>
        </p:nvSpPr>
        <p:spPr>
          <a:xfrm>
            <a:off x="2221992" y="22402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study + theory doc</a:t>
            </a:r>
            <a:endParaRPr lang="en-US" sz="9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6CFC6C1-5E07-F747-EF68-84B98282E249}"/>
              </a:ext>
            </a:extLst>
          </p:cNvPr>
          <p:cNvSpPr/>
          <p:nvPr/>
        </p:nvSpPr>
        <p:spPr>
          <a:xfrm>
            <a:off x="3941064" y="2240280"/>
            <a:ext cx="1700784" cy="512064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A8008C4-C9A5-C2E9-68D2-A31FC0627D68}"/>
              </a:ext>
            </a:extLst>
          </p:cNvPr>
          <p:cNvSpPr/>
          <p:nvPr/>
        </p:nvSpPr>
        <p:spPr>
          <a:xfrm>
            <a:off x="4014216" y="22402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Help P3 with env  Constellation distribution idea(?)</a:t>
            </a:r>
            <a:endParaRPr lang="en-US" sz="8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D6A7FF8-B2FA-5349-2175-A1AD1F4EDC27}"/>
              </a:ext>
            </a:extLst>
          </p:cNvPr>
          <p:cNvSpPr/>
          <p:nvPr/>
        </p:nvSpPr>
        <p:spPr>
          <a:xfrm>
            <a:off x="5733288" y="2240280"/>
            <a:ext cx="3493008" cy="512064"/>
          </a:xfrm>
          <a:prstGeom prst="rect">
            <a:avLst/>
          </a:prstGeom>
          <a:solidFill>
            <a:srgbClr val="E08370"/>
          </a:solidFill>
          <a:ln w="12700">
            <a:solidFill>
              <a:srgbClr val="E083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720B91B-AFDB-A480-9B06-BC1E53A9BF40}"/>
              </a:ext>
            </a:extLst>
          </p:cNvPr>
          <p:cNvSpPr/>
          <p:nvPr/>
        </p:nvSpPr>
        <p:spPr>
          <a:xfrm>
            <a:off x="5806440" y="2240280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P4 on Req 4</a:t>
            </a:r>
            <a:endParaRPr lang="en-US" sz="9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9571FD9-CEE4-81EE-1A98-55E5052011A0}"/>
              </a:ext>
            </a:extLst>
          </p:cNvPr>
          <p:cNvSpPr/>
          <p:nvPr/>
        </p:nvSpPr>
        <p:spPr>
          <a:xfrm>
            <a:off x="2148840" y="3026664"/>
            <a:ext cx="804674" cy="512064"/>
          </a:xfrm>
          <a:prstGeom prst="rect">
            <a:avLst/>
          </a:prstGeom>
          <a:solidFill>
            <a:srgbClr val="4B6CAA"/>
          </a:solidFill>
          <a:ln w="12700">
            <a:solidFill>
              <a:srgbClr val="4B6C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FD5A974-3835-FB93-D864-A591A9E7084C}"/>
              </a:ext>
            </a:extLst>
          </p:cNvPr>
          <p:cNvSpPr/>
          <p:nvPr/>
        </p:nvSpPr>
        <p:spPr>
          <a:xfrm>
            <a:off x="2221992" y="302666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</a:t>
            </a:r>
            <a:endParaRPr lang="en-US" sz="9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0B99C3CE-18C4-982A-DAE3-A8EA0EEE4321}"/>
              </a:ext>
            </a:extLst>
          </p:cNvPr>
          <p:cNvSpPr/>
          <p:nvPr/>
        </p:nvSpPr>
        <p:spPr>
          <a:xfrm>
            <a:off x="3054096" y="3034773"/>
            <a:ext cx="795528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BC4A4F83-59D2-01D7-507D-EA7C11398DF0}"/>
              </a:ext>
            </a:extLst>
          </p:cNvPr>
          <p:cNvSpPr/>
          <p:nvPr/>
        </p:nvSpPr>
        <p:spPr>
          <a:xfrm>
            <a:off x="3127248" y="3034773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 </a:t>
            </a:r>
            <a:endParaRPr lang="en-US" sz="9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AE9B03E-0431-CDB8-6947-A2CCF2C0B7FE}"/>
              </a:ext>
            </a:extLst>
          </p:cNvPr>
          <p:cNvSpPr/>
          <p:nvPr/>
        </p:nvSpPr>
        <p:spPr>
          <a:xfrm>
            <a:off x="3922776" y="3026664"/>
            <a:ext cx="3511296" cy="512064"/>
          </a:xfrm>
          <a:prstGeom prst="rect">
            <a:avLst/>
          </a:prstGeom>
          <a:solidFill>
            <a:srgbClr val="5E6B82"/>
          </a:solidFill>
          <a:ln w="12700">
            <a:solidFill>
              <a:srgbClr val="5E6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B66F3F43-FE7E-9A5E-A450-426F8579B2DF}"/>
              </a:ext>
            </a:extLst>
          </p:cNvPr>
          <p:cNvSpPr/>
          <p:nvPr/>
        </p:nvSpPr>
        <p:spPr>
          <a:xfrm>
            <a:off x="5042628" y="301855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support + Code Review</a:t>
            </a:r>
            <a:endParaRPr lang="en-US" sz="9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66E72B6-5CEB-DBEC-7C86-E6831910321B}"/>
              </a:ext>
            </a:extLst>
          </p:cNvPr>
          <p:cNvSpPr/>
          <p:nvPr/>
        </p:nvSpPr>
        <p:spPr>
          <a:xfrm>
            <a:off x="7525512" y="3026664"/>
            <a:ext cx="1700784" cy="512064"/>
          </a:xfrm>
          <a:prstGeom prst="rect">
            <a:avLst/>
          </a:prstGeom>
          <a:solidFill>
            <a:srgbClr val="C04876"/>
          </a:solidFill>
          <a:ln w="12700">
            <a:solidFill>
              <a:srgbClr val="C04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809D2647-E61B-B06F-C988-38BEBA76DF12}"/>
              </a:ext>
            </a:extLst>
          </p:cNvPr>
          <p:cNvSpPr/>
          <p:nvPr/>
        </p:nvSpPr>
        <p:spPr>
          <a:xfrm>
            <a:off x="7598664" y="3026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</a:t>
            </a:r>
            <a:endParaRPr lang="en-US" sz="9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A712E68-D891-D7C8-A7C7-DF0F2E3D4CD6}"/>
              </a:ext>
            </a:extLst>
          </p:cNvPr>
          <p:cNvSpPr/>
          <p:nvPr/>
        </p:nvSpPr>
        <p:spPr>
          <a:xfrm>
            <a:off x="2221992" y="381304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2BB7FBBB-696F-60B3-36FC-59AB89C45F74}"/>
              </a:ext>
            </a:extLst>
          </p:cNvPr>
          <p:cNvSpPr/>
          <p:nvPr/>
        </p:nvSpPr>
        <p:spPr>
          <a:xfrm>
            <a:off x="3044952" y="3813048"/>
            <a:ext cx="1700784" cy="512064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ABC7AE0-44A5-397F-44C5-B2961A8B4A7C}"/>
              </a:ext>
            </a:extLst>
          </p:cNvPr>
          <p:cNvSpPr/>
          <p:nvPr/>
        </p:nvSpPr>
        <p:spPr>
          <a:xfrm>
            <a:off x="3118104" y="3813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Multi-campaign env</a:t>
            </a:r>
            <a:endParaRPr lang="en-US" sz="9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7ADB37E1-7F77-CDE8-AB01-78E37E1F0B07}"/>
              </a:ext>
            </a:extLst>
          </p:cNvPr>
          <p:cNvSpPr/>
          <p:nvPr/>
        </p:nvSpPr>
        <p:spPr>
          <a:xfrm>
            <a:off x="4837176" y="3813048"/>
            <a:ext cx="2596896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B04FFBD-B7E3-DF17-06E0-E3C5894129F3}"/>
              </a:ext>
            </a:extLst>
          </p:cNvPr>
          <p:cNvSpPr/>
          <p:nvPr/>
        </p:nvSpPr>
        <p:spPr>
          <a:xfrm>
            <a:off x="4910328" y="381304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Combinatorial-UCB</a:t>
            </a:r>
            <a:endParaRPr lang="en-US" sz="9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5B9574D-63CB-7128-1363-39F8DA17EDA2}"/>
              </a:ext>
            </a:extLst>
          </p:cNvPr>
          <p:cNvSpPr/>
          <p:nvPr/>
        </p:nvSpPr>
        <p:spPr>
          <a:xfrm>
            <a:off x="7525512" y="3813048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CAA45B5A-614D-F30D-DC7D-9865A8AC4F92}"/>
              </a:ext>
            </a:extLst>
          </p:cNvPr>
          <p:cNvSpPr/>
          <p:nvPr/>
        </p:nvSpPr>
        <p:spPr>
          <a:xfrm>
            <a:off x="7598664" y="3813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B59DD3BB-0042-EBC0-B9DE-7439C6B84C7F}"/>
              </a:ext>
            </a:extLst>
          </p:cNvPr>
          <p:cNvSpPr/>
          <p:nvPr/>
        </p:nvSpPr>
        <p:spPr>
          <a:xfrm>
            <a:off x="2221992" y="4599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study</a:t>
            </a:r>
            <a:endParaRPr lang="en-US" sz="9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97C4FC91-4D9D-9A14-014E-0FB7A78812BE}"/>
              </a:ext>
            </a:extLst>
          </p:cNvPr>
          <p:cNvSpPr/>
          <p:nvPr/>
        </p:nvSpPr>
        <p:spPr>
          <a:xfrm>
            <a:off x="3044952" y="4599432"/>
            <a:ext cx="1700784" cy="512064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8E1389C7-5D54-4D64-3C3A-788483457D4D}"/>
              </a:ext>
            </a:extLst>
          </p:cNvPr>
          <p:cNvSpPr/>
          <p:nvPr/>
        </p:nvSpPr>
        <p:spPr>
          <a:xfrm>
            <a:off x="3191256" y="45994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env</a:t>
            </a:r>
            <a:endParaRPr lang="en-US" sz="90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C2E5B86A-69F2-FDC6-2CBE-563CBB7B7F51}"/>
              </a:ext>
            </a:extLst>
          </p:cNvPr>
          <p:cNvSpPr/>
          <p:nvPr/>
        </p:nvSpPr>
        <p:spPr>
          <a:xfrm>
            <a:off x="4837176" y="4599432"/>
            <a:ext cx="2596896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60367FD0-DF0D-4E34-9EE0-A7E7EEC9235E}"/>
              </a:ext>
            </a:extLst>
          </p:cNvPr>
          <p:cNvSpPr/>
          <p:nvPr/>
        </p:nvSpPr>
        <p:spPr>
          <a:xfrm>
            <a:off x="4910328" y="459943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with budget</a:t>
            </a:r>
            <a:endParaRPr lang="en-US" sz="9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081A820-536D-99BD-A513-AF927A3A567F}"/>
              </a:ext>
            </a:extLst>
          </p:cNvPr>
          <p:cNvSpPr/>
          <p:nvPr/>
        </p:nvSpPr>
        <p:spPr>
          <a:xfrm>
            <a:off x="7525512" y="4599432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F2D55DA4-0182-475B-AE8A-8C9AA351C3D3}"/>
              </a:ext>
            </a:extLst>
          </p:cNvPr>
          <p:cNvSpPr/>
          <p:nvPr/>
        </p:nvSpPr>
        <p:spPr>
          <a:xfrm>
            <a:off x="7598664" y="4599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8A7B5402-B215-4EF0-43DD-AAC774DCDA1D}"/>
              </a:ext>
            </a:extLst>
          </p:cNvPr>
          <p:cNvSpPr/>
          <p:nvPr/>
        </p:nvSpPr>
        <p:spPr>
          <a:xfrm>
            <a:off x="2221992" y="53858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288484E1-C862-3447-6019-55CCF9BA4C1B}"/>
              </a:ext>
            </a:extLst>
          </p:cNvPr>
          <p:cNvSpPr/>
          <p:nvPr/>
        </p:nvSpPr>
        <p:spPr>
          <a:xfrm>
            <a:off x="4014216" y="53858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theory doc</a:t>
            </a:r>
            <a:endParaRPr lang="en-US" sz="90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9AEC46A3-AE99-607B-F230-CD942D149E06}"/>
              </a:ext>
            </a:extLst>
          </p:cNvPr>
          <p:cNvSpPr/>
          <p:nvPr/>
        </p:nvSpPr>
        <p:spPr>
          <a:xfrm>
            <a:off x="3927348" y="5385815"/>
            <a:ext cx="1700784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0ABC0C40-107B-A4BE-74A4-270842312235}"/>
              </a:ext>
            </a:extLst>
          </p:cNvPr>
          <p:cNvSpPr/>
          <p:nvPr/>
        </p:nvSpPr>
        <p:spPr>
          <a:xfrm>
            <a:off x="4000500" y="5385815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sliding window</a:t>
            </a:r>
            <a:endParaRPr lang="en-US" sz="9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561651B-39FC-8BDF-720E-317658D60AA1}"/>
              </a:ext>
            </a:extLst>
          </p:cNvPr>
          <p:cNvSpPr/>
          <p:nvPr/>
        </p:nvSpPr>
        <p:spPr>
          <a:xfrm>
            <a:off x="5733287" y="5385815"/>
            <a:ext cx="1700781" cy="512064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8360BE1B-0C75-A1A5-3115-4A1E68DE508E}"/>
              </a:ext>
            </a:extLst>
          </p:cNvPr>
          <p:cNvSpPr/>
          <p:nvPr/>
        </p:nvSpPr>
        <p:spPr>
          <a:xfrm>
            <a:off x="5806440" y="5385815"/>
            <a:ext cx="13915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change det.</a:t>
            </a:r>
            <a:endParaRPr lang="en-US" sz="9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1774DFAF-1E32-8BE0-770F-259EAE64ADD4}"/>
              </a:ext>
            </a:extLst>
          </p:cNvPr>
          <p:cNvSpPr/>
          <p:nvPr/>
        </p:nvSpPr>
        <p:spPr>
          <a:xfrm>
            <a:off x="8494776" y="53858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90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7DAD6608-C3C1-B259-8FA8-A5392A08FFD6}"/>
              </a:ext>
            </a:extLst>
          </p:cNvPr>
          <p:cNvSpPr/>
          <p:nvPr/>
        </p:nvSpPr>
        <p:spPr>
          <a:xfrm>
            <a:off x="9272016" y="2011680"/>
            <a:ext cx="0" cy="4114800"/>
          </a:xfrm>
          <a:prstGeom prst="line">
            <a:avLst/>
          </a:prstGeom>
          <a:noFill/>
          <a:ln w="19050">
            <a:solidFill>
              <a:srgbClr val="2F8F6E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F60294CF-D886-9F82-0C6A-340C5B68153B}"/>
              </a:ext>
            </a:extLst>
          </p:cNvPr>
          <p:cNvSpPr/>
          <p:nvPr/>
        </p:nvSpPr>
        <p:spPr>
          <a:xfrm>
            <a:off x="8906256" y="6172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</a:t>
            </a:r>
            <a:endParaRPr lang="en-US" sz="90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69CCABFD-7BB5-9D55-ADAB-489F5B583AD6}"/>
              </a:ext>
            </a:extLst>
          </p:cNvPr>
          <p:cNvSpPr/>
          <p:nvPr/>
        </p:nvSpPr>
        <p:spPr>
          <a:xfrm>
            <a:off x="8540496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algos + drafts</a:t>
            </a:r>
            <a:endParaRPr lang="en-US" sz="8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D4194A20-5912-5502-553F-822CB0CD7917}"/>
              </a:ext>
            </a:extLst>
          </p:cNvPr>
          <p:cNvSpPr/>
          <p:nvPr/>
        </p:nvSpPr>
        <p:spPr>
          <a:xfrm>
            <a:off x="11064240" y="2011680"/>
            <a:ext cx="0" cy="4114800"/>
          </a:xfrm>
          <a:prstGeom prst="line">
            <a:avLst/>
          </a:prstGeom>
          <a:noFill/>
          <a:ln w="25400">
            <a:solidFill>
              <a:srgbClr val="E85D4E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73AE73D3-32F7-71CF-DB8C-01214D693DB0}"/>
              </a:ext>
            </a:extLst>
          </p:cNvPr>
          <p:cNvSpPr/>
          <p:nvPr/>
        </p:nvSpPr>
        <p:spPr>
          <a:xfrm>
            <a:off x="10515600" y="6172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9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34B91F8-1835-6436-E75D-95F9465CD9BF}"/>
              </a:ext>
            </a:extLst>
          </p:cNvPr>
          <p:cNvSpPr/>
          <p:nvPr/>
        </p:nvSpPr>
        <p:spPr>
          <a:xfrm>
            <a:off x="1024128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submission-ready</a:t>
            </a:r>
            <a:endParaRPr lang="en-US" sz="80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CE2030C1-5E43-DE25-E013-99A6FD0E4151}"/>
              </a:ext>
            </a:extLst>
          </p:cNvPr>
          <p:cNvSpPr/>
          <p:nvPr/>
        </p:nvSpPr>
        <p:spPr>
          <a:xfrm>
            <a:off x="9272016" y="2103120"/>
            <a:ext cx="1792224" cy="3931920"/>
          </a:xfrm>
          <a:prstGeom prst="rect">
            <a:avLst/>
          </a:prstGeom>
          <a:solidFill>
            <a:srgbClr val="2F8F6E">
              <a:alpha val="8000"/>
            </a:srgbClr>
          </a:solidFill>
          <a:ln w="12700">
            <a:solidFill>
              <a:srgbClr val="2F8F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ABE8081F-11AA-62D5-CC16-D9E066706CB0}"/>
              </a:ext>
            </a:extLst>
          </p:cNvPr>
          <p:cNvSpPr/>
          <p:nvPr/>
        </p:nvSpPr>
        <p:spPr>
          <a:xfrm>
            <a:off x="9272016" y="21945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POLISH</a:t>
            </a:r>
            <a:endParaRPr lang="en-US" sz="9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3B1EDCDD-4438-BC2C-3473-A42084A62171}"/>
              </a:ext>
            </a:extLst>
          </p:cNvPr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70C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Slides are drafted inline — same week the underlying work lands. Review weeks polish; they don't produce first drafts</a:t>
            </a:r>
            <a:r>
              <a:rPr lang="en-US" sz="11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9" name="Shape 75">
            <a:extLst>
              <a:ext uri="{FF2B5EF4-FFF2-40B4-BE49-F238E27FC236}">
                <a16:creationId xmlns:a16="http://schemas.microsoft.com/office/drawing/2014/main" id="{4B0BDB64-4CA2-A4F1-85B7-3359A7E88873}"/>
              </a:ext>
            </a:extLst>
          </p:cNvPr>
          <p:cNvSpPr/>
          <p:nvPr/>
        </p:nvSpPr>
        <p:spPr>
          <a:xfrm>
            <a:off x="7525512" y="5385815"/>
            <a:ext cx="1700784" cy="512064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76">
            <a:extLst>
              <a:ext uri="{FF2B5EF4-FFF2-40B4-BE49-F238E27FC236}">
                <a16:creationId xmlns:a16="http://schemas.microsoft.com/office/drawing/2014/main" id="{60925044-B065-5984-61C4-2D3BF4B81D6E}"/>
              </a:ext>
            </a:extLst>
          </p:cNvPr>
          <p:cNvSpPr/>
          <p:nvPr/>
        </p:nvSpPr>
        <p:spPr>
          <a:xfrm>
            <a:off x="7598664" y="5385815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4C6CDFC-6357-5CFB-32A6-24F69622548C}"/>
              </a:ext>
            </a:extLst>
          </p:cNvPr>
          <p:cNvCxnSpPr>
            <a:stCxn id="51" idx="2"/>
            <a:endCxn id="73" idx="0"/>
          </p:cNvCxnSpPr>
          <p:nvPr/>
        </p:nvCxnSpPr>
        <p:spPr>
          <a:xfrm flipH="1">
            <a:off x="3895344" y="2752344"/>
            <a:ext cx="896112" cy="184708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7260FA5-8E4C-596D-968E-F7D574861EDA}"/>
              </a:ext>
            </a:extLst>
          </p:cNvPr>
          <p:cNvCxnSpPr>
            <a:cxnSpLocks/>
            <a:stCxn id="53" idx="2"/>
            <a:endCxn id="83" idx="0"/>
          </p:cNvCxnSpPr>
          <p:nvPr/>
        </p:nvCxnSpPr>
        <p:spPr>
          <a:xfrm flipH="1">
            <a:off x="4777740" y="2752344"/>
            <a:ext cx="2702052" cy="263347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22292D2-4BC2-1A2E-5ECC-55EFC2224139}"/>
              </a:ext>
            </a:extLst>
          </p:cNvPr>
          <p:cNvCxnSpPr>
            <a:cxnSpLocks/>
            <a:stCxn id="54" idx="2"/>
            <a:endCxn id="85" idx="0"/>
          </p:cNvCxnSpPr>
          <p:nvPr/>
        </p:nvCxnSpPr>
        <p:spPr>
          <a:xfrm flipH="1">
            <a:off x="6583678" y="2752344"/>
            <a:ext cx="896114" cy="263347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13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deadlines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515600" cy="411480"/>
          </a:xfrm>
          <a:prstGeom prst="rect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645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183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54480" y="2103120"/>
            <a:ext cx="685800" cy="20116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205740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 (slides and main files)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0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50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54480" y="2395728"/>
            <a:ext cx="685800" cy="201168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554480" y="2395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3500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CI + base Environment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642616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2688336"/>
            <a:ext cx="685800" cy="201168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554480" y="26883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264261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 · sKL environment + Req 4 theory outline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0" y="2642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2935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2980944"/>
            <a:ext cx="685800" cy="201168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554480" y="29809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293522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Multi-campaign joint-distribution environment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3227832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05840" y="3227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54480" y="3273552"/>
            <a:ext cx="685800" cy="201168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554480" y="3273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4640" y="322783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doc for P4 delivered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0" y="3227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54480" y="3566160"/>
            <a:ext cx="685800" cy="201168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554480" y="35661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34640" y="35204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 (both UCB1 variants) + conflict-graph utility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1832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3813048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05840" y="38130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54480" y="3858768"/>
            <a:ext cx="685800" cy="201168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1554480" y="3858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34640" y="381304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/ non-stochastic environment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418320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105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4151376"/>
            <a:ext cx="685800" cy="201168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1554480" y="41513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34640" y="410565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sKL-constellation non-stationary environment delivered to P4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18320" y="41056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2960" y="4398264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1005840" y="43982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554480" y="4443984"/>
            <a:ext cx="685800" cy="201168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1554480" y="44439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834640" y="439826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Combinatorial-UCB with budget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418320" y="43982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" y="4690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554480" y="4736592"/>
            <a:ext cx="685800" cy="201168"/>
          </a:xfrm>
          <a:prstGeom prst="rect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1554480" y="47365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34640" y="46908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with budget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418320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22960" y="4983480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1005840" y="4983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554480" y="5029200"/>
            <a:ext cx="685800" cy="201168"/>
          </a:xfrm>
          <a:prstGeom prst="rect">
            <a:avLst/>
          </a:prstGeom>
          <a:solidFill>
            <a:srgbClr val="C04876"/>
          </a:solidFill>
          <a:ln w="12700">
            <a:solidFill>
              <a:srgbClr val="C04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1554480" y="50292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834640" y="49834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CUCB + sliding window · CUCB + change detector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418320" y="4983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05840" y="5276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554480" y="5321808"/>
            <a:ext cx="685800" cy="201168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1554480" y="5321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834640" y="52760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 experiments (on sKL constellation)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418320" y="52760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22960" y="5568696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1005840" y="55686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5614416"/>
            <a:ext cx="685800" cy="201168"/>
          </a:xfrm>
          <a:prstGeom prst="rect">
            <a:avLst/>
          </a:prstGeom>
          <a:solidFill>
            <a:srgbClr val="2F8F6E"/>
          </a:solidFill>
          <a:ln w="12700">
            <a:solidFill>
              <a:srgbClr val="2F8F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1554480" y="56144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834640" y="556869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plots generated, all slide drafts in master deck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418320" y="5568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05840" y="58613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554480" y="5907024"/>
            <a:ext cx="685800" cy="201168"/>
          </a:xfrm>
          <a:prstGeom prst="rect">
            <a:avLst/>
          </a:prstGeom>
          <a:solidFill>
            <a:srgbClr val="5E6B82"/>
          </a:solidFill>
          <a:ln w="12700">
            <a:solidFill>
              <a:srgbClr val="5E6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1554480" y="59070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834640" y="586130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#1 + deck consistency review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418320" y="58613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22960" y="6153912"/>
            <a:ext cx="10515600" cy="29260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85"/>
          <p:cNvSpPr/>
          <p:nvPr/>
        </p:nvSpPr>
        <p:spPr>
          <a:xfrm>
            <a:off x="1005840" y="6153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554480" y="6199632"/>
            <a:ext cx="685800" cy="201168"/>
          </a:xfrm>
          <a:prstGeom prst="rect">
            <a:avLst/>
          </a:prstGeom>
          <a:solidFill>
            <a:srgbClr val="2F8F6E"/>
          </a:solidFill>
          <a:ln w="12700">
            <a:solidFill>
              <a:srgbClr val="2F8F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1554480" y="6199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834640" y="61539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#2 + Q&amp;A prep + README · submission-ready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9418320" y="6153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793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GROUND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15-min sync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every week (Sunday evening ?). Unblockers, demos, decisions written down.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675120" y="205740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within teams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331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(P4-P5) and (P2-P3-P5) will work together so can schedule meeting on their 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097280" y="347472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as we go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drafts their 3–4 slides the same week their work lands. No end-of-project crunch.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15468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675120" y="347472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6751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slides deck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60920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maintains. Teammates drop slides into their section; consistency pass in W9.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57200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97280" y="489204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97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830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results JSON/CSV shared format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308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dumps round · bid · reward · cost · budget_left · cum_regret. Plots are derived. This is fundamental for final result show.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572000"/>
            <a:ext cx="534924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548640" cy="548640"/>
          </a:xfrm>
          <a:prstGeom prst="ellipse">
            <a:avLst/>
          </a:prstGeom>
          <a:solidFill>
            <a:srgbClr val="0F1836"/>
          </a:solidFill>
          <a:ln w="12700">
            <a:solidFill>
              <a:srgbClr val="0F18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6751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6092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 target, not Jul 11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6092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18-day buffer for taking times for exams and if something goes wrong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ship this.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sync: 28 April. Come with your design-doc draft.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3200400" cy="0"/>
          </a:xfrm>
          <a:prstGeom prst="line">
            <a:avLst/>
          </a:prstGeom>
          <a:noFill/>
          <a:ln w="1905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Colab notebooks · master deck — all linked from the README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F37A97A-D7D5-4C7C-99EA-97EAD1BF68F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caa4381-b6fe-4f24-ad07-c772185e969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4635D0F-ED3D-4505-B204-8DDF504BA30E}">
  <we:reference id="wa200005566" version="3.0.0.5" store="en-US" storeType="OMEX"/>
  <we:alternateReferences>
    <we:reference id="WA200005566" version="3.0.0.5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Widescreen</PresentationFormat>
  <Paragraphs>298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 Project Kickoff</dc:title>
  <dc:subject>PptxGenJS Presentation</dc:subject>
  <dc:creator>OLA Team</dc:creator>
  <cp:lastModifiedBy>Simone Mauro</cp:lastModifiedBy>
  <cp:revision>1</cp:revision>
  <dcterms:created xsi:type="dcterms:W3CDTF">2026-04-19T12:54:18Z</dcterms:created>
  <dcterms:modified xsi:type="dcterms:W3CDTF">2026-04-22T08:42:36Z</dcterms:modified>
</cp:coreProperties>
</file>